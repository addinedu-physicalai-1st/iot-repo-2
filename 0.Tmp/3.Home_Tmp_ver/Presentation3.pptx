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10.xml" ContentType="application/vnd.openxmlformats-officedocument.theme+xml"/>
  <Override PartName="/ppt/theme/theme8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docProps/app.xml" ContentType="application/vnd.openxmlformats-officedocument.extended-properties+xml"/>
  <Override PartName="/ppt/theme/theme7.xml" ContentType="application/vnd.openxmlformats-officedocument.theme+xml"/>
  <Override PartName="/ppt/viewProps.xml" ContentType="application/vnd.openxmlformats-officedocument.presentationml.viewProps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theme/theme6.xml" ContentType="application/vnd.openxmlformats-officedocument.theme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9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1.xml" ContentType="application/vnd.openxmlformats-officedocument.theme+xml"/>
  <Override PartName="/docProps/custom.xml" ContentType="application/vnd.openxmlformats-officedocument.custom-properties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tableStyles.xml" ContentType="application/vnd.openxmlformats-officedocument.presentationml.tableStyles+xml"/>
  <Override PartName="/ppt/slideMasters/slideMaster1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  <p:sldMasterId id="2147483651" r:id="rId2"/>
    <p:sldMasterId id="2147483653" r:id="rId3"/>
    <p:sldMasterId id="2147483655" r:id="rId4"/>
    <p:sldMasterId id="2147483657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</p:sldMasterIdLst>
  <p:notesMasterIdLst>
    <p:notesMasterId r:id="rId27"/>
  </p:notesMasterIdLst>
  <p:sldIdLst>
    <p:sldId id="256" r:id="rId24"/>
    <p:sldId id="257" r:id="rId25"/>
    <p:sldId id="25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6"/>
          <a:sy n="0" d="2"/>
        </p:scale>
        <p:origin x="699584672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theme" Target="theme/theme1.xml"/><Relationship Id="rId13" Type="http://schemas.openxmlformats.org/officeDocument/2006/relationships/theme" Target="theme/theme2.xml"/><Relationship Id="rId14" Type="http://schemas.openxmlformats.org/officeDocument/2006/relationships/theme" Target="theme/theme3.xml"/><Relationship Id="rId15" Type="http://schemas.openxmlformats.org/officeDocument/2006/relationships/theme" Target="theme/theme4.xml"/><Relationship Id="rId16" Type="http://schemas.openxmlformats.org/officeDocument/2006/relationships/theme" Target="theme/theme5.xml"/><Relationship Id="rId17" Type="http://schemas.openxmlformats.org/officeDocument/2006/relationships/theme" Target="theme/theme6.xml"/><Relationship Id="rId18" Type="http://schemas.openxmlformats.org/officeDocument/2006/relationships/theme" Target="theme/theme7.xml"/><Relationship Id="rId19" Type="http://schemas.openxmlformats.org/officeDocument/2006/relationships/theme" Target="theme/theme8.xml"/><Relationship Id="rId20" Type="http://schemas.openxmlformats.org/officeDocument/2006/relationships/theme" Target="theme/theme9.xml"/><Relationship Id="rId21" Type="http://schemas.openxmlformats.org/officeDocument/2006/relationships/theme" Target="theme/theme10.xml"/><Relationship Id="rId22" Type="http://schemas.openxmlformats.org/officeDocument/2006/relationships/theme" Target="theme/theme11.xml"/><Relationship Id="rId23" Type="http://schemas.openxmlformats.org/officeDocument/2006/relationships/theme" Target="theme/theme1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80269" name="PlaceHolder 1"/>
          <p:cNvSpPr>
            <a:spLocks noGrp="1"/>
          </p:cNvSpPr>
          <p:nvPr>
            <p:ph type="sldImg"/>
          </p:nvPr>
        </p:nvSpPr>
        <p:spPr bwMode="auto"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Click to move the slide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55298193" name="PlaceHolder 2"/>
          <p:cNvSpPr>
            <a:spLocks noGrp="1"/>
          </p:cNvSpPr>
          <p:nvPr>
            <p:ph type="body"/>
          </p:nvPr>
        </p:nvSpPr>
        <p:spPr bwMode="auto">
          <a:xfrm>
            <a:off x="756000" y="5078520"/>
            <a:ext cx="6047640" cy="481103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216000" indent="-216000">
              <a:buNone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898099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6478442" name="PlaceHolder 4"/>
          <p:cNvSpPr>
            <a:spLocks noGrp="1"/>
          </p:cNvSpPr>
          <p:nvPr>
            <p:ph type="dt" idx="34"/>
          </p:nvPr>
        </p:nvSpPr>
        <p:spPr bwMode="auto"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1885077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374275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D33B551A-EC49-424A-AD4D-884F6F36A36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&lt;number&gt;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90273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213542523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139849" name="PlaceHolder 3"/>
          <p:cNvSpPr>
            <a:spLocks noGrp="1"/>
          </p:cNvSpPr>
          <p:nvPr>
            <p:ph type="sldNum" idx="3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>
              <a:buNone/>
              <a:defRPr/>
            </a:pPr>
            <a:endParaRPr lang="en-US" sz="1200" b="0" strike="noStrike" spc="-1">
              <a:solidFill>
                <a:schemeClr val="dk1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882626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990554387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16000" indent="-216000">
              <a:buNone/>
              <a:defRPr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055754" name="PlaceHolder 3"/>
          <p:cNvSpPr>
            <a:spLocks noGrp="1"/>
          </p:cNvSpPr>
          <p:nvPr>
            <p:ph type="sldNum" idx="3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1A14610-8A20-40EF-B2CF-CE2BF6B8B87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8589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6645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838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808EC7-8A13-DBB7-048A-BAC32CCCDB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제목 슬라이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92851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4677790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9373179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114235576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372C09B4-867A-49BB-8017-167ADF8C18C4}" type="slidenum">
              <a:rPr/>
              <a:t>&lt;#&gt;</a:t>
            </a:fld>
            <a:endParaRPr/>
          </a:p>
        </p:txBody>
      </p:sp>
      <p:sp>
        <p:nvSpPr>
          <p:cNvPr id="1852140292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제목 슬라이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61906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57781470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394848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4217043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14C5F871-F31A-4592-B31D-26C8E46459C0}" type="slidenum">
              <a:rPr/>
              <a:t>&lt;#&gt;</a:t>
            </a:fld>
            <a:endParaRPr/>
          </a:p>
        </p:txBody>
      </p:sp>
      <p:sp>
        <p:nvSpPr>
          <p:cNvPr id="1027706698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제목 및 세로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495739" name="PlaceHolder 1"/>
          <p:cNvSpPr>
            <a:spLocks noGrp="1"/>
          </p:cNvSpPr>
          <p:nvPr>
            <p:ph type="ftr" idx="5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81711135" name="PlaceHolder 2"/>
          <p:cNvSpPr>
            <a:spLocks noGrp="1"/>
          </p:cNvSpPr>
          <p:nvPr>
            <p:ph type="sldNum" idx="6"/>
          </p:nvPr>
        </p:nvSpPr>
        <p:spPr bwMode="auto"/>
        <p:txBody>
          <a:bodyPr/>
          <a:p>
            <a:pPr>
              <a:defRPr/>
            </a:pPr>
            <a:fld id="{E4140556-7199-4F47-855B-36BFD1BB75E6}" type="slidenum">
              <a:rPr/>
              <a:t>&lt;#&gt;</a:t>
            </a:fld>
            <a:endParaRPr/>
          </a:p>
        </p:txBody>
      </p:sp>
      <p:sp>
        <p:nvSpPr>
          <p:cNvPr id="636169830" name="PlaceHolder 3"/>
          <p:cNvSpPr>
            <a:spLocks noGrp="1"/>
          </p:cNvSpPr>
          <p:nvPr>
            <p:ph type="dt" idx="4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세로 제목 및 텍스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278785" name="PlaceHolder 1"/>
          <p:cNvSpPr>
            <a:spLocks noGrp="1"/>
          </p:cNvSpPr>
          <p:nvPr>
            <p:ph type="ftr" idx="8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26373879" name="PlaceHolder 2"/>
          <p:cNvSpPr>
            <a:spLocks noGrp="1"/>
          </p:cNvSpPr>
          <p:nvPr>
            <p:ph type="sldNum" idx="9"/>
          </p:nvPr>
        </p:nvSpPr>
        <p:spPr bwMode="auto"/>
        <p:txBody>
          <a:bodyPr/>
          <a:p>
            <a:pPr>
              <a:defRPr/>
            </a:pPr>
            <a:fld id="{881430A9-731E-4E18-9E2C-40CF332EB894}" type="slidenum">
              <a:rPr/>
              <a:t>&lt;#&gt;</a:t>
            </a:fld>
            <a:endParaRPr/>
          </a:p>
        </p:txBody>
      </p:sp>
      <p:sp>
        <p:nvSpPr>
          <p:cNvPr id="1357550537" name="PlaceHolder 3"/>
          <p:cNvSpPr>
            <a:spLocks noGrp="1"/>
          </p:cNvSpPr>
          <p:nvPr>
            <p:ph type="dt" idx="7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제목 및 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268791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666546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65878231" name="PlaceHolder 3"/>
          <p:cNvSpPr>
            <a:spLocks noGrp="1"/>
          </p:cNvSpPr>
          <p:nvPr>
            <p:ph type="ftr" idx="1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47716190" name="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p>
            <a:pPr>
              <a:defRPr/>
            </a:pPr>
            <a:fld id="{1CF52CB6-1947-4799-A672-D3B608074F26}" type="slidenum">
              <a:rPr/>
              <a:t>&lt;#&gt;</a:t>
            </a:fld>
            <a:endParaRPr/>
          </a:p>
        </p:txBody>
      </p:sp>
      <p:sp>
        <p:nvSpPr>
          <p:cNvPr id="1615968324" name="PlaceHolder 5"/>
          <p:cNvSpPr>
            <a:spLocks noGrp="1"/>
          </p:cNvSpPr>
          <p:nvPr>
            <p:ph type="dt" idx="10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구역 머리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743049" name="PlaceHolder 1"/>
          <p:cNvSpPr>
            <a:spLocks noGrp="1"/>
          </p:cNvSpPr>
          <p:nvPr>
            <p:ph type="ftr" idx="14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04183537" name="PlaceHolder 2"/>
          <p:cNvSpPr>
            <a:spLocks noGrp="1"/>
          </p:cNvSpPr>
          <p:nvPr>
            <p:ph type="sldNum" idx="15"/>
          </p:nvPr>
        </p:nvSpPr>
        <p:spPr bwMode="auto"/>
        <p:txBody>
          <a:bodyPr/>
          <a:p>
            <a:pPr>
              <a:defRPr/>
            </a:pPr>
            <a:fld id="{653069BF-3D12-497D-944F-0B85BA5B1DB1}" type="slidenum">
              <a:rPr/>
              <a:t>&lt;#&gt;</a:t>
            </a:fld>
            <a:endParaRPr/>
          </a:p>
        </p:txBody>
      </p:sp>
      <p:sp>
        <p:nvSpPr>
          <p:cNvPr id="1131525039" name="PlaceHolder 3"/>
          <p:cNvSpPr>
            <a:spLocks noGrp="1"/>
          </p:cNvSpPr>
          <p:nvPr>
            <p:ph type="dt" idx="1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콘텐츠 2개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438893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3512062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71348480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en-US" sz="2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015804" name="PlaceHolder 4"/>
          <p:cNvSpPr>
            <a:spLocks noGrp="1"/>
          </p:cNvSpPr>
          <p:nvPr>
            <p:ph type="ftr" idx="17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712927338" name="PlaceHolder 5"/>
          <p:cNvSpPr>
            <a:spLocks noGrp="1"/>
          </p:cNvSpPr>
          <p:nvPr>
            <p:ph type="sldNum" idx="18"/>
          </p:nvPr>
        </p:nvSpPr>
        <p:spPr bwMode="auto"/>
        <p:txBody>
          <a:bodyPr/>
          <a:p>
            <a:pPr>
              <a:defRPr/>
            </a:pPr>
            <a:fld id="{E3ED98F8-D08A-439D-8FCD-2E3CCDD51E40}" type="slidenum">
              <a:rPr/>
              <a:t>&lt;#&gt;</a:t>
            </a:fld>
            <a:endParaRPr/>
          </a:p>
        </p:txBody>
      </p:sp>
      <p:sp>
        <p:nvSpPr>
          <p:cNvPr id="833282158" name="PlaceHolder 6"/>
          <p:cNvSpPr>
            <a:spLocks noGrp="1"/>
          </p:cNvSpPr>
          <p:nvPr>
            <p:ph type="dt" idx="16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비교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091942" name="PlaceHolder 1"/>
          <p:cNvSpPr>
            <a:spLocks noGrp="1"/>
          </p:cNvSpPr>
          <p:nvPr>
            <p:ph type="ftr" idx="20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48401628" name="PlaceHolder 2"/>
          <p:cNvSpPr>
            <a:spLocks noGrp="1"/>
          </p:cNvSpPr>
          <p:nvPr>
            <p:ph type="sldNum" idx="21"/>
          </p:nvPr>
        </p:nvSpPr>
        <p:spPr bwMode="auto"/>
        <p:txBody>
          <a:bodyPr/>
          <a:p>
            <a:pPr>
              <a:defRPr/>
            </a:pPr>
            <a:fld id="{D8B83109-D72A-4FCB-A459-34083E804B44}" type="slidenum">
              <a:rPr/>
              <a:t>&lt;#&gt;</a:t>
            </a:fld>
            <a:endParaRPr/>
          </a:p>
        </p:txBody>
      </p:sp>
      <p:sp>
        <p:nvSpPr>
          <p:cNvPr id="1920781109" name="PlaceHolder 3"/>
          <p:cNvSpPr>
            <a:spLocks noGrp="1"/>
          </p:cNvSpPr>
          <p:nvPr>
            <p:ph type="dt" idx="19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제목만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09822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65805362" name="PlaceHolder 2"/>
          <p:cNvSpPr>
            <a:spLocks noGrp="1"/>
          </p:cNvSpPr>
          <p:nvPr>
            <p:ph type="ftr" idx="23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64081014" name="PlaceHolder 3"/>
          <p:cNvSpPr>
            <a:spLocks noGrp="1"/>
          </p:cNvSpPr>
          <p:nvPr>
            <p:ph type="sldNum" idx="24"/>
          </p:nvPr>
        </p:nvSpPr>
        <p:spPr bwMode="auto"/>
        <p:txBody>
          <a:bodyPr/>
          <a:p>
            <a:pPr>
              <a:defRPr/>
            </a:pPr>
            <a:fld id="{8F78D67D-4D4B-41F7-8ECB-7221A64514E4}" type="slidenum">
              <a:rPr/>
              <a:t>&lt;#&gt;</a:t>
            </a:fld>
            <a:endParaRPr/>
          </a:p>
        </p:txBody>
      </p:sp>
      <p:sp>
        <p:nvSpPr>
          <p:cNvPr id="1859311119" name="PlaceHolder 4"/>
          <p:cNvSpPr>
            <a:spLocks noGrp="1"/>
          </p:cNvSpPr>
          <p:nvPr>
            <p:ph type="dt" idx="22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빈 화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910603" name="PlaceHolder 1"/>
          <p:cNvSpPr>
            <a:spLocks noGrp="1"/>
          </p:cNvSpPr>
          <p:nvPr>
            <p:ph type="ftr" idx="26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07202639" name="PlaceHolder 2"/>
          <p:cNvSpPr>
            <a:spLocks noGrp="1"/>
          </p:cNvSpPr>
          <p:nvPr>
            <p:ph type="sldNum" idx="27"/>
          </p:nvPr>
        </p:nvSpPr>
        <p:spPr bwMode="auto"/>
        <p:txBody>
          <a:bodyPr/>
          <a:p>
            <a:pPr>
              <a:defRPr/>
            </a:pPr>
            <a:fld id="{3B138B26-9BAF-47DD-BABB-BD9E46392C07}" type="slidenum">
              <a:rPr/>
              <a:t>&lt;#&gt;</a:t>
            </a:fld>
            <a:endParaRPr/>
          </a:p>
        </p:txBody>
      </p:sp>
      <p:sp>
        <p:nvSpPr>
          <p:cNvPr id="568599926" name="PlaceHolder 3"/>
          <p:cNvSpPr>
            <a:spLocks noGrp="1"/>
          </p:cNvSpPr>
          <p:nvPr>
            <p:ph type="dt" idx="25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캡션 있는 콘텐츠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833581" name="PlaceHolder 1"/>
          <p:cNvSpPr>
            <a:spLocks noGrp="1"/>
          </p:cNvSpPr>
          <p:nvPr>
            <p:ph type="ftr" idx="29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009350525" name="PlaceHolder 2"/>
          <p:cNvSpPr>
            <a:spLocks noGrp="1"/>
          </p:cNvSpPr>
          <p:nvPr>
            <p:ph type="sldNum" idx="30"/>
          </p:nvPr>
        </p:nvSpPr>
        <p:spPr bwMode="auto"/>
        <p:txBody>
          <a:bodyPr/>
          <a:p>
            <a:pPr>
              <a:defRPr/>
            </a:pPr>
            <a:fld id="{7B0AF4AA-6376-424F-A2AD-2C02133E899F}" type="slidenum">
              <a:rPr/>
              <a:t>&lt;#&gt;</a:t>
            </a:fld>
            <a:endParaRPr/>
          </a:p>
        </p:txBody>
      </p:sp>
      <p:sp>
        <p:nvSpPr>
          <p:cNvPr id="543712687" name="PlaceHolder 3"/>
          <p:cNvSpPr>
            <a:spLocks noGrp="1"/>
          </p:cNvSpPr>
          <p:nvPr>
            <p:ph type="dt" idx="28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캡션 있는 그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460142" name="PlaceHolder 1"/>
          <p:cNvSpPr>
            <a:spLocks noGrp="1"/>
          </p:cNvSpPr>
          <p:nvPr>
            <p:ph type="ftr" idx="3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343578082" name="PlaceHolder 2"/>
          <p:cNvSpPr>
            <a:spLocks noGrp="1"/>
          </p:cNvSpPr>
          <p:nvPr>
            <p:ph type="sldNum" idx="33"/>
          </p:nvPr>
        </p:nvSpPr>
        <p:spPr bwMode="auto"/>
        <p:txBody>
          <a:bodyPr/>
          <a:p>
            <a:pPr>
              <a:defRPr/>
            </a:pPr>
            <a:fld id="{3477E9D4-463C-4728-A70D-6E677FCD0AD9}" type="slidenum">
              <a:rPr/>
              <a:t>&lt;#&gt;</a:t>
            </a:fld>
            <a:endParaRPr/>
          </a:p>
        </p:txBody>
      </p:sp>
      <p:sp>
        <p:nvSpPr>
          <p:cNvPr id="661016063" name="PlaceHolder 3"/>
          <p:cNvSpPr>
            <a:spLocks noGrp="1"/>
          </p:cNvSpPr>
          <p:nvPr>
            <p:ph type="dt" idx="3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/Relationships>
</file>

<file path=ppt/slideMasters/_rels/slideMaster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/Relationships>
</file>

<file path=ppt/slideMasters/_rels/slideMaster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6.xml"/></Relationships>
</file>

<file path=ppt/slideMasters/_rels/slideMaster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7.xml"/></Relationships>
</file>

<file path=ppt/slideMasters/_rels/slideMaster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8.xml"/></Relationships>
</file>

<file path=ppt/slideMasters/_rels/slideMaster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9.xml"/></Relationships>
</file>

<file path=ppt/slideMasters/_rels/slideMaster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0.xml"/></Relationships>
</file>

<file path=ppt/slideMasters/_rels/slideMaster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31656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defRPr/>
            </a:pPr>
            <a:r>
              <a:rPr lang="ko-KR" sz="60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94324080" name="PlaceHolder 2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0037429" name="PlaceHolder 3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4874260" name="PlaceHolder 4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438BA92-69DC-4832-9E52-37E1F2D047C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1661485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800" b="0" strike="noStrike" spc="-1">
                <a:solidFill>
                  <a:schemeClr val="dk1"/>
                </a:solidFill>
                <a:latin typeface="Arial"/>
              </a:rPr>
              <a:t>Click to edit the outline text format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Second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Third Outline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800" b="0" strike="noStrike" spc="-1">
                <a:solidFill>
                  <a:schemeClr val="dk1"/>
                </a:solidFill>
                <a:latin typeface="Arial"/>
              </a:rPr>
              <a:t>Fourth Outline Level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Fifth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Sixth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chemeClr val="dk1"/>
                </a:solidFill>
                <a:latin typeface="Arial"/>
              </a:rPr>
              <a:t>Seventh Outline Level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897037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4833765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81465899" name="PlaceHolder 3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3860132" name="PlaceHolder 4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8269216" name="PlaceHolder 5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65086B1-96AC-458C-9EB8-CC33650F8B1B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897609" name="PlaceHolder 1"/>
          <p:cNvSpPr>
            <a:spLocks noGrp="1"/>
          </p:cNvSpPr>
          <p:nvPr>
            <p:ph type="title"/>
          </p:nvPr>
        </p:nvSpPr>
        <p:spPr bwMode="auto"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137241140" name="PlaceHolder 2"/>
          <p:cNvSpPr>
            <a:spLocks noGrp="1"/>
          </p:cNvSpPr>
          <p:nvPr>
            <p:ph type="body"/>
          </p:nvPr>
        </p:nvSpPr>
        <p:spPr bwMode="auto"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847102729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9351115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9415960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7119F276-E9D4-4962-875B-C958409AB432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0736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54847273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246594752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6543862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4387905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93B162C-8E5F-4D1B-A900-2EF13F3380C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557507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60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6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34821293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5240" cy="149975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24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마스터 텍스트 스타일을 편집합니다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559297611" name="PlaceHolder 3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2945204" name="PlaceHolder 4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0424945" name="PlaceHolder 5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2D13645-A10B-4528-A2BF-59FBE6DD5CE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27492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535272748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14666165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52388023" name="PlaceHolder 4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3376962" name="PlaceHolder 5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387204" name="PlaceHolder 6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D86495F-6CB1-4F2A-BCC0-FDA74F93949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716866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916391059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2400" b="1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470619879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17519831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2400" b="1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11342966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127973684" name="PlaceHolder 6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4750271" name="PlaceHolder 7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4324408" name="PlaceHolder 8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1BF663E-1241-4F45-9DDF-0312CD6161D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54248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44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44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327002126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2694781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3199983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37C6B1C-F0A1-4FF4-93A4-DD59EE228F76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897049" name="PlaceHolder 1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9658546" name="PlaceHolder 2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7497231" name="PlaceHolder 3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4BF2BEC-6A5E-4093-93B2-F6AA2A82394C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310673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019590609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800" b="0" strike="noStrike" spc="-1">
                <a:solidFill>
                  <a:schemeClr val="dk1"/>
                </a:solidFill>
                <a:latin typeface="Arial"/>
                <a:ea typeface="Arial"/>
              </a:rPr>
              <a:t>둘째 수준</a:t>
            </a:r>
            <a:endParaRPr lang="en-US" sz="2800" b="0" strike="noStrike" spc="-1">
              <a:solidFill>
                <a:schemeClr val="dk1"/>
              </a:solidFill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400" b="0" strike="noStrike" spc="-1">
                <a:solidFill>
                  <a:schemeClr val="dk1"/>
                </a:solidFill>
                <a:latin typeface="Arial"/>
                <a:ea typeface="Arial"/>
              </a:rPr>
              <a:t>셋째 수준</a:t>
            </a:r>
            <a:endParaRPr lang="en-US" sz="2400" b="0" strike="noStrike" spc="-1">
              <a:solidFill>
                <a:schemeClr val="dk1"/>
              </a:solidFill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넷째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ko-KR" sz="2000" b="0" strike="noStrike" spc="-1">
                <a:solidFill>
                  <a:schemeClr val="dk1"/>
                </a:solidFill>
                <a:latin typeface="Arial"/>
                <a:ea typeface="Arial"/>
              </a:rPr>
              <a:t>다섯째 수준</a:t>
            </a:r>
            <a:endParaRPr lang="en-US" sz="20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38484951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16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83225773" name="PlaceHolder 4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5297797" name="PlaceHolder 5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833225" name="PlaceHolder 6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6A93E9F-9427-4F95-9B58-5FC6DB2C0380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847541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defTabSz="914400">
              <a:lnSpc>
                <a:spcPct val="90000"/>
              </a:lnSpc>
              <a:buNone/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마스터 제목 스타일 편집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174823186" name="PlaceHolder 2"/>
          <p:cNvSpPr>
            <a:spLocks noGrp="1"/>
          </p:cNvSpPr>
          <p:nvPr>
            <p:ph type="body"/>
          </p:nvPr>
        </p:nvSpPr>
        <p:spPr bwMode="auto"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ko-KR" sz="3200" b="0" strike="noStrike" spc="-1">
                <a:solidFill>
                  <a:schemeClr val="dk1"/>
                </a:solidFill>
                <a:latin typeface="Arial"/>
                <a:ea typeface="Arial"/>
              </a:rPr>
              <a:t>아이콘을 클릭하여 사진을 추가하세요</a:t>
            </a:r>
            <a:endParaRPr lang="en-US" sz="32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70172216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ko-KR" sz="1600" b="0" strike="noStrike" spc="-1">
                <a:solidFill>
                  <a:schemeClr val="dk1"/>
                </a:solidFill>
                <a:latin typeface="Arial"/>
                <a:ea typeface="Arial"/>
              </a:rPr>
              <a:t>마스터 텍스트 스타일을 편집합니다</a:t>
            </a:r>
            <a:endParaRPr lang="en-US" sz="16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2072406302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defRPr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1869787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9471200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ED6C662-3106-4316-A6CE-230C4CC5566F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1028503" name=""/>
          <p:cNvSpPr/>
          <p:nvPr/>
        </p:nvSpPr>
        <p:spPr bwMode="auto">
          <a:xfrm>
            <a:off x="258840" y="154800"/>
            <a:ext cx="11674079" cy="63853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endParaRPr lang="en-US" sz="18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sp>
        <p:nvSpPr>
          <p:cNvPr id="1568116282" name=""/>
          <p:cNvSpPr/>
          <p:nvPr/>
        </p:nvSpPr>
        <p:spPr bwMode="auto">
          <a:xfrm>
            <a:off x="4932360" y="401040"/>
            <a:ext cx="2211840" cy="117144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server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055526" name=""/>
          <p:cNvSpPr/>
          <p:nvPr/>
        </p:nvSpPr>
        <p:spPr bwMode="auto">
          <a:xfrm>
            <a:off x="4628520" y="337140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device pc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8711701" name=""/>
          <p:cNvSpPr/>
          <p:nvPr/>
        </p:nvSpPr>
        <p:spPr bwMode="auto">
          <a:xfrm>
            <a:off x="1029600" y="694080"/>
            <a:ext cx="1728000" cy="585720"/>
          </a:xfrm>
          <a:prstGeom prst="flowChartMagneticDisk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DB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39512606" name=""/>
          <p:cNvCxnSpPr>
            <a:stCxn id="1568116282" idx="2"/>
            <a:endCxn id="144055526" idx="0"/>
          </p:cNvCxnSpPr>
          <p:nvPr/>
        </p:nvCxnSpPr>
        <p:spPr bwMode="auto">
          <a:xfrm rot="16199998">
            <a:off x="5139000" y="2471760"/>
            <a:ext cx="179928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592505282" name=""/>
          <p:cNvCxnSpPr>
            <a:stCxn id="144055526" idx="2"/>
          </p:cNvCxnSpPr>
          <p:nvPr/>
        </p:nvCxnSpPr>
        <p:spPr bwMode="auto">
          <a:xfrm rot="16199998">
            <a:off x="5883840" y="4910400"/>
            <a:ext cx="30960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sp>
        <p:nvSpPr>
          <p:cNvPr id="324715426" name=""/>
          <p:cNvSpPr/>
          <p:nvPr/>
        </p:nvSpPr>
        <p:spPr bwMode="auto">
          <a:xfrm>
            <a:off x="8234640" y="5065560"/>
            <a:ext cx="2819519" cy="138456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Arduino Uno (R3)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229960" name=""/>
          <p:cNvSpPr/>
          <p:nvPr/>
        </p:nvSpPr>
        <p:spPr bwMode="auto">
          <a:xfrm>
            <a:off x="9344880" y="401040"/>
            <a:ext cx="2211840" cy="117144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client</a:t>
            </a:r>
            <a:br>
              <a:rPr sz="1800"/>
            </a:br>
            <a:r>
              <a:rPr lang="ko-KR" sz="1800" b="0" strike="noStrike" spc="-1">
                <a:solidFill>
                  <a:schemeClr val="lt1"/>
                </a:solidFill>
                <a:latin typeface="Arial"/>
                <a:ea typeface="Arial"/>
              </a:rPr>
              <a:t>관리 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/ </a:t>
            </a:r>
            <a:r>
              <a:rPr lang="ko-KR" sz="1800" b="0" strike="noStrike" spc="-1">
                <a:solidFill>
                  <a:schemeClr val="lt1"/>
                </a:solidFill>
                <a:latin typeface="Arial"/>
                <a:ea typeface="Arial"/>
              </a:rPr>
              <a:t>운영 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pc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5248206" name=""/>
          <p:cNvSpPr/>
          <p:nvPr/>
        </p:nvSpPr>
        <p:spPr bwMode="auto">
          <a:xfrm>
            <a:off x="1015920" y="3092040"/>
            <a:ext cx="1741680" cy="67320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camera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369286661" name=""/>
          <p:cNvCxnSpPr>
            <a:stCxn id="1428711701" idx="1"/>
            <a:endCxn id="1568116282" idx="1"/>
          </p:cNvCxnSpPr>
          <p:nvPr/>
        </p:nvCxnSpPr>
        <p:spPr bwMode="auto">
          <a:xfrm>
            <a:off x="2757600" y="986760"/>
            <a:ext cx="2175120" cy="360"/>
          </a:xfrm>
          <a:prstGeom prst="straightConnector1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265766862" name=""/>
          <p:cNvCxnSpPr>
            <a:stCxn id="1105248206" idx="2"/>
            <a:endCxn id="144055526" idx="1"/>
          </p:cNvCxnSpPr>
          <p:nvPr/>
        </p:nvCxnSpPr>
        <p:spPr bwMode="auto">
          <a:xfrm rot="16199998" flipH="1">
            <a:off x="3108600" y="2543400"/>
            <a:ext cx="298800" cy="274212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098181485" name=""/>
          <p:cNvCxnSpPr>
            <a:stCxn id="1568116282" idx="3"/>
            <a:endCxn id="934229960" idx="1"/>
          </p:cNvCxnSpPr>
          <p:nvPr/>
        </p:nvCxnSpPr>
        <p:spPr bwMode="auto">
          <a:xfrm>
            <a:off x="7144200" y="986760"/>
            <a:ext cx="2201040" cy="36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1644837655" name=""/>
          <p:cNvCxnSpPr>
            <a:stCxn id="144055526" idx="1"/>
          </p:cNvCxnSpPr>
          <p:nvPr/>
        </p:nvCxnSpPr>
        <p:spPr bwMode="auto">
          <a:xfrm rot="10800000" flipV="1">
            <a:off x="2489400" y="4063680"/>
            <a:ext cx="2139480" cy="1001879"/>
          </a:xfrm>
          <a:prstGeom prst="bentConnector3">
            <a:avLst>
              <a:gd name="adj1" fmla="val 100000"/>
            </a:avLst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cxnSp>
        <p:nvCxnSpPr>
          <p:cNvPr id="944938143" name=""/>
          <p:cNvCxnSpPr>
            <a:stCxn id="144055526" idx="3"/>
            <a:endCxn id="324715426" idx="0"/>
          </p:cNvCxnSpPr>
          <p:nvPr/>
        </p:nvCxnSpPr>
        <p:spPr bwMode="auto">
          <a:xfrm>
            <a:off x="7448039" y="4063680"/>
            <a:ext cx="2196720" cy="1002240"/>
          </a:xfrm>
          <a:prstGeom prst="bentConnector2">
            <a:avLst/>
          </a:prstGeom>
          <a:ln>
            <a:solidFill>
              <a:srgbClr val="43729D"/>
            </a:solidFill>
            <a:headEnd type="arrow" w="med" len="med"/>
            <a:tailEnd type="arrow" w="med" len="med"/>
          </a:ln>
        </p:spPr>
      </p:cxnSp>
      <p:sp>
        <p:nvSpPr>
          <p:cNvPr id="704216004" name=""/>
          <p:cNvSpPr/>
          <p:nvPr/>
        </p:nvSpPr>
        <p:spPr bwMode="auto">
          <a:xfrm>
            <a:off x="5295959" y="5065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esp32 board 2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02803" name=""/>
          <p:cNvSpPr/>
          <p:nvPr/>
        </p:nvSpPr>
        <p:spPr bwMode="auto">
          <a:xfrm>
            <a:off x="1773360" y="5065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0">
                <a:solidFill>
                  <a:schemeClr val="lt1"/>
                </a:solidFill>
                <a:latin typeface="Arial"/>
                <a:ea typeface="Arial"/>
              </a:rPr>
              <a:t>esp32 board 1</a:t>
            </a:r>
            <a:endParaRPr lang="en-US" sz="1800" b="0" strike="noStrike" spc="0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560179" name=""/>
          <p:cNvSpPr/>
          <p:nvPr/>
        </p:nvSpPr>
        <p:spPr bwMode="auto">
          <a:xfrm>
            <a:off x="188640" y="398880"/>
            <a:ext cx="11874600" cy="62722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410654" name=""/>
          <p:cNvSpPr/>
          <p:nvPr/>
        </p:nvSpPr>
        <p:spPr bwMode="auto">
          <a:xfrm>
            <a:off x="5819039" y="3565440"/>
            <a:ext cx="5749200" cy="28843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3249365" name=""/>
          <p:cNvSpPr/>
          <p:nvPr/>
        </p:nvSpPr>
        <p:spPr bwMode="auto">
          <a:xfrm>
            <a:off x="188640" y="385560"/>
            <a:ext cx="5438880" cy="2891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969855" name=""/>
          <p:cNvSpPr/>
          <p:nvPr/>
        </p:nvSpPr>
        <p:spPr bwMode="auto">
          <a:xfrm>
            <a:off x="210816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3911981" name=""/>
          <p:cNvSpPr/>
          <p:nvPr/>
        </p:nvSpPr>
        <p:spPr bwMode="auto">
          <a:xfrm>
            <a:off x="210816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(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차단기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)</a:t>
            </a: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서보모터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139364932" name=""/>
          <p:cNvCxnSpPr/>
          <p:nvPr/>
        </p:nvCxnSpPr>
        <p:spPr bwMode="auto">
          <a:xfrm>
            <a:off x="285048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589936584" name=""/>
          <p:cNvSpPr/>
          <p:nvPr/>
        </p:nvSpPr>
        <p:spPr bwMode="auto">
          <a:xfrm>
            <a:off x="380268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RFID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661284989" name=""/>
          <p:cNvCxnSpPr>
            <a:stCxn id="361969855" idx="3"/>
            <a:endCxn id="1589936584" idx="1"/>
          </p:cNvCxnSpPr>
          <p:nvPr/>
        </p:nvCxnSpPr>
        <p:spPr bwMode="auto">
          <a:xfrm>
            <a:off x="3592800" y="855000"/>
            <a:ext cx="21024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334993382" name=""/>
          <p:cNvSpPr/>
          <p:nvPr/>
        </p:nvSpPr>
        <p:spPr bwMode="auto">
          <a:xfrm>
            <a:off x="379584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656797" name=""/>
          <p:cNvSpPr/>
          <p:nvPr/>
        </p:nvSpPr>
        <p:spPr bwMode="auto">
          <a:xfrm>
            <a:off x="47700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lang="en-US" sz="1800" b="0" strike="noStrike" spc="-1">
              <a:solidFill>
                <a:schemeClr val="lt1"/>
              </a:solidFill>
              <a:latin typeface="Arial"/>
              <a:ea typeface="Arial"/>
            </a:endParaRPr>
          </a:p>
        </p:txBody>
      </p:sp>
      <p:cxnSp>
        <p:nvCxnSpPr>
          <p:cNvPr id="1532113741" name=""/>
          <p:cNvCxnSpPr>
            <a:stCxn id="361969855" idx="2"/>
            <a:endCxn id="257656797" idx="0"/>
          </p:cNvCxnSpPr>
          <p:nvPr/>
        </p:nvCxnSpPr>
        <p:spPr bwMode="auto">
          <a:xfrm rot="5400000">
            <a:off x="1372320" y="1005840"/>
            <a:ext cx="1325160" cy="163152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001689814" name=""/>
          <p:cNvCxnSpPr>
            <a:stCxn id="361969855" idx="2"/>
            <a:endCxn id="1334993382" idx="0"/>
          </p:cNvCxnSpPr>
          <p:nvPr/>
        </p:nvCxnSpPr>
        <p:spPr bwMode="auto">
          <a:xfrm rot="16199998" flipH="1">
            <a:off x="3031920" y="977400"/>
            <a:ext cx="1325160" cy="168804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341948539" name=""/>
          <p:cNvSpPr/>
          <p:nvPr/>
        </p:nvSpPr>
        <p:spPr bwMode="auto">
          <a:xfrm>
            <a:off x="3204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1602 LCD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80853413" name=""/>
          <p:cNvCxnSpPr>
            <a:stCxn id="361969855" idx="1"/>
            <a:endCxn id="1341948539" idx="3"/>
          </p:cNvCxnSpPr>
          <p:nvPr/>
        </p:nvCxnSpPr>
        <p:spPr bwMode="auto">
          <a:xfrm flipH="1">
            <a:off x="1805040" y="855000"/>
            <a:ext cx="3034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692170428" name=""/>
          <p:cNvSpPr/>
          <p:nvPr/>
        </p:nvSpPr>
        <p:spPr bwMode="auto">
          <a:xfrm>
            <a:off x="99576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50245271" name=""/>
          <p:cNvCxnSpPr>
            <a:stCxn id="1021533666" idx="1"/>
            <a:endCxn id="1294106146" idx="3"/>
          </p:cNvCxnSpPr>
          <p:nvPr/>
        </p:nvCxnSpPr>
        <p:spPr bwMode="auto">
          <a:xfrm rot="10800000">
            <a:off x="7441920" y="854640"/>
            <a:ext cx="2515680" cy="810720"/>
          </a:xfrm>
          <a:prstGeom prst="bentConnector3">
            <a:avLst>
              <a:gd name="adj1" fmla="val 49992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353406709" name=""/>
          <p:cNvSpPr/>
          <p:nvPr/>
        </p:nvSpPr>
        <p:spPr bwMode="auto">
          <a:xfrm>
            <a:off x="5957640" y="4588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5960219" name=""/>
          <p:cNvSpPr/>
          <p:nvPr/>
        </p:nvSpPr>
        <p:spPr bwMode="auto">
          <a:xfrm>
            <a:off x="5825520" y="360707"/>
            <a:ext cx="5749200" cy="316584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34281344" name=""/>
          <p:cNvCxnSpPr>
            <a:stCxn id="482511451" idx="1"/>
            <a:endCxn id="353406709" idx="3"/>
          </p:cNvCxnSpPr>
          <p:nvPr/>
        </p:nvCxnSpPr>
        <p:spPr bwMode="auto">
          <a:xfrm rot="10800000">
            <a:off x="7441920" y="4892039"/>
            <a:ext cx="1155600" cy="810720"/>
          </a:xfrm>
          <a:prstGeom prst="bentConnector3">
            <a:avLst>
              <a:gd name="adj1" fmla="val 49984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294106146" name=""/>
          <p:cNvSpPr/>
          <p:nvPr/>
        </p:nvSpPr>
        <p:spPr bwMode="auto">
          <a:xfrm>
            <a:off x="59576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7022681" name=""/>
          <p:cNvSpPr/>
          <p:nvPr/>
        </p:nvSpPr>
        <p:spPr bwMode="auto">
          <a:xfrm>
            <a:off x="99576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533666" name=""/>
          <p:cNvSpPr/>
          <p:nvPr/>
        </p:nvSpPr>
        <p:spPr bwMode="auto">
          <a:xfrm>
            <a:off x="9957600" y="136188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8053404" name=""/>
          <p:cNvCxnSpPr>
            <a:stCxn id="2087022681" idx="1"/>
            <a:endCxn id="1294106146" idx="3"/>
          </p:cNvCxnSpPr>
          <p:nvPr/>
        </p:nvCxnSpPr>
        <p:spPr bwMode="auto">
          <a:xfrm rot="10800000">
            <a:off x="7441920" y="855000"/>
            <a:ext cx="2515680" cy="360"/>
          </a:xfrm>
          <a:prstGeom prst="bentConnector2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430098950" name=""/>
          <p:cNvCxnSpPr>
            <a:stCxn id="1021533666" idx="1"/>
            <a:endCxn id="1294106146" idx="3"/>
          </p:cNvCxnSpPr>
          <p:nvPr/>
        </p:nvCxnSpPr>
        <p:spPr bwMode="auto">
          <a:xfrm rot="10800000">
            <a:off x="7441920" y="854640"/>
            <a:ext cx="2515680" cy="810720"/>
          </a:xfrm>
          <a:prstGeom prst="bentConnector3">
            <a:avLst>
              <a:gd name="adj1" fmla="val 49992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690101197" name=""/>
          <p:cNvCxnSpPr>
            <a:endCxn id="1294106146" idx="3"/>
          </p:cNvCxnSpPr>
          <p:nvPr/>
        </p:nvCxnSpPr>
        <p:spPr bwMode="auto">
          <a:xfrm rot="10800000">
            <a:off x="7441920" y="855000"/>
            <a:ext cx="2502720" cy="1664280"/>
          </a:xfrm>
          <a:prstGeom prst="bentConnector3">
            <a:avLst>
              <a:gd name="adj1" fmla="val 49978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649068565" name=""/>
          <p:cNvSpPr/>
          <p:nvPr/>
        </p:nvSpPr>
        <p:spPr bwMode="auto">
          <a:xfrm>
            <a:off x="9957600" y="21794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IR 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적외선 센서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328198" name=""/>
          <p:cNvSpPr/>
          <p:nvPr/>
        </p:nvSpPr>
        <p:spPr bwMode="auto">
          <a:xfrm>
            <a:off x="5973840" y="1361880"/>
            <a:ext cx="1718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주차면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센서정보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3359121" name=""/>
          <p:cNvSpPr/>
          <p:nvPr/>
        </p:nvSpPr>
        <p:spPr bwMode="auto">
          <a:xfrm>
            <a:off x="211500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3836685" name=""/>
          <p:cNvCxnSpPr>
            <a:stCxn id="1743359121" idx="3"/>
          </p:cNvCxnSpPr>
          <p:nvPr/>
        </p:nvCxnSpPr>
        <p:spPr bwMode="auto">
          <a:xfrm>
            <a:off x="3599640" y="855000"/>
            <a:ext cx="203400" cy="72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511481964" name=""/>
          <p:cNvCxnSpPr>
            <a:stCxn id="1743359121" idx="2"/>
          </p:cNvCxnSpPr>
          <p:nvPr/>
        </p:nvCxnSpPr>
        <p:spPr bwMode="auto">
          <a:xfrm rot="5400000">
            <a:off x="1375920" y="1001879"/>
            <a:ext cx="1324800" cy="163836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905628238" name=""/>
          <p:cNvCxnSpPr>
            <a:stCxn id="1743359121" idx="2"/>
          </p:cNvCxnSpPr>
          <p:nvPr/>
        </p:nvCxnSpPr>
        <p:spPr bwMode="auto">
          <a:xfrm rot="16199998" flipH="1">
            <a:off x="3035519" y="980280"/>
            <a:ext cx="1324800" cy="168120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314876691" name=""/>
          <p:cNvCxnSpPr/>
          <p:nvPr/>
        </p:nvCxnSpPr>
        <p:spPr bwMode="auto">
          <a:xfrm flipH="1">
            <a:off x="1811880" y="855360"/>
            <a:ext cx="3034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752676249" name=""/>
          <p:cNvSpPr/>
          <p:nvPr/>
        </p:nvSpPr>
        <p:spPr bwMode="auto">
          <a:xfrm>
            <a:off x="495000" y="1320120"/>
            <a:ext cx="1992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주차장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입출차 관리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8860797" name=""/>
          <p:cNvSpPr/>
          <p:nvPr/>
        </p:nvSpPr>
        <p:spPr bwMode="auto">
          <a:xfrm>
            <a:off x="5957640" y="3806280"/>
            <a:ext cx="1764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주차타워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관리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5643265" name=""/>
          <p:cNvSpPr/>
          <p:nvPr/>
        </p:nvSpPr>
        <p:spPr bwMode="auto">
          <a:xfrm>
            <a:off x="188640" y="3558600"/>
            <a:ext cx="5438880" cy="2891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8239226" name=""/>
          <p:cNvSpPr/>
          <p:nvPr/>
        </p:nvSpPr>
        <p:spPr bwMode="auto">
          <a:xfrm>
            <a:off x="166680" y="3535200"/>
            <a:ext cx="2207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horzOverflow="overflow" wrap="none" numCol="1" spcCol="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주차장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 차량 </a:t>
            </a:r>
            <a:r>
              <a:rPr lang="en-US" sz="1800" b="0" strike="noStrike" spc="-1">
                <a:solidFill>
                  <a:schemeClr val="dk1"/>
                </a:solidFill>
                <a:latin typeface="Arial"/>
                <a:ea typeface="Arial"/>
              </a:rPr>
              <a:t>lpr </a:t>
            </a:r>
            <a:r>
              <a:rPr lang="ko-KR" sz="1800" b="0" strike="noStrike" spc="-1">
                <a:solidFill>
                  <a:schemeClr val="dk1"/>
                </a:solidFill>
                <a:latin typeface="Arial"/>
                <a:ea typeface="Arial"/>
              </a:rPr>
              <a:t>확인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9925428" name="" descr=""/>
          <p:cNvPicPr/>
          <p:nvPr/>
        </p:nvPicPr>
        <p:blipFill rotWithShape="1">
          <a:blip r:embed="rId3"/>
          <a:stretch/>
        </p:blipFill>
        <p:spPr bwMode="auto">
          <a:xfrm>
            <a:off x="10145880" y="3558600"/>
            <a:ext cx="1422360" cy="2831400"/>
          </a:xfrm>
          <a:prstGeom prst="rect">
            <a:avLst/>
          </a:prstGeom>
          <a:ln w="0">
            <a:noFill/>
          </a:ln>
        </p:spPr>
      </p:pic>
      <p:cxnSp>
        <p:nvCxnSpPr>
          <p:cNvPr id="1268903631" name=""/>
          <p:cNvCxnSpPr>
            <a:endCxn id="353406709" idx="3"/>
          </p:cNvCxnSpPr>
          <p:nvPr/>
        </p:nvCxnSpPr>
        <p:spPr bwMode="auto">
          <a:xfrm rot="10800000" flipV="1">
            <a:off x="7441920" y="4210560"/>
            <a:ext cx="2522160" cy="681840"/>
          </a:xfrm>
          <a:prstGeom prst="bentConnector3">
            <a:avLst>
              <a:gd name="adj1" fmla="val 77259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448831968" name=""/>
          <p:cNvCxnSpPr>
            <a:stCxn id="496370906" idx="1"/>
            <a:endCxn id="353406709" idx="3"/>
          </p:cNvCxnSpPr>
          <p:nvPr/>
        </p:nvCxnSpPr>
        <p:spPr bwMode="auto">
          <a:xfrm rot="10800000">
            <a:off x="7441920" y="4892400"/>
            <a:ext cx="1155600" cy="360"/>
          </a:xfrm>
          <a:prstGeom prst="bentConnector2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177091535" name=""/>
          <p:cNvCxnSpPr>
            <a:stCxn id="482511451" idx="1"/>
            <a:endCxn id="353406709" idx="3"/>
          </p:cNvCxnSpPr>
          <p:nvPr/>
        </p:nvCxnSpPr>
        <p:spPr bwMode="auto">
          <a:xfrm rot="10800000">
            <a:off x="7441920" y="4892039"/>
            <a:ext cx="1155600" cy="810720"/>
          </a:xfrm>
          <a:prstGeom prst="bentConnector3">
            <a:avLst>
              <a:gd name="adj1" fmla="val 49984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696344769" name=""/>
          <p:cNvSpPr/>
          <p:nvPr/>
        </p:nvSpPr>
        <p:spPr bwMode="auto">
          <a:xfrm>
            <a:off x="8597520" y="387576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스텝모터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370906" name=""/>
          <p:cNvSpPr/>
          <p:nvPr/>
        </p:nvSpPr>
        <p:spPr bwMode="auto">
          <a:xfrm>
            <a:off x="8597520" y="45889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HAM4311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511451" name=""/>
          <p:cNvSpPr/>
          <p:nvPr/>
        </p:nvSpPr>
        <p:spPr bwMode="auto">
          <a:xfrm>
            <a:off x="8597520" y="539928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447677122" name=""/>
          <p:cNvCxnSpPr/>
          <p:nvPr/>
        </p:nvCxnSpPr>
        <p:spPr bwMode="auto">
          <a:xfrm>
            <a:off x="285732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782166657" name=""/>
          <p:cNvSpPr/>
          <p:nvPr/>
        </p:nvSpPr>
        <p:spPr bwMode="auto">
          <a:xfrm>
            <a:off x="48384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감지 제스처 센서 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035134723" name=""/>
          <p:cNvCxnSpPr/>
          <p:nvPr/>
        </p:nvCxnSpPr>
        <p:spPr bwMode="auto">
          <a:xfrm rot="10800000" flipV="1">
            <a:off x="1225800" y="1159200"/>
            <a:ext cx="1631520" cy="1324440"/>
          </a:xfrm>
          <a:prstGeom prst="bentConnector3">
            <a:avLst>
              <a:gd name="adj1" fmla="val 49988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2109800739" name=""/>
          <p:cNvCxnSpPr/>
          <p:nvPr/>
        </p:nvCxnSpPr>
        <p:spPr bwMode="auto">
          <a:xfrm>
            <a:off x="2857320" y="1159200"/>
            <a:ext cx="1688040" cy="132444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260299440" name=""/>
          <p:cNvSpPr/>
          <p:nvPr/>
        </p:nvSpPr>
        <p:spPr bwMode="auto">
          <a:xfrm>
            <a:off x="211500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(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차단기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)</a:t>
            </a: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서보모터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837023329" name=""/>
          <p:cNvCxnSpPr>
            <a:endCxn id="260299440" idx="0"/>
          </p:cNvCxnSpPr>
          <p:nvPr/>
        </p:nvCxnSpPr>
        <p:spPr bwMode="auto">
          <a:xfrm>
            <a:off x="2854080" y="1159200"/>
            <a:ext cx="3600" cy="132480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476975839" name=""/>
          <p:cNvCxnSpPr/>
          <p:nvPr/>
        </p:nvCxnSpPr>
        <p:spPr bwMode="auto">
          <a:xfrm>
            <a:off x="286416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83218534" name=""/>
          <p:cNvSpPr/>
          <p:nvPr/>
        </p:nvSpPr>
        <p:spPr bwMode="auto">
          <a:xfrm>
            <a:off x="49068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감지 제스처 센서 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889680971" name=""/>
          <p:cNvCxnSpPr/>
          <p:nvPr/>
        </p:nvCxnSpPr>
        <p:spPr bwMode="auto">
          <a:xfrm rot="10800000" flipV="1">
            <a:off x="1232640" y="1159200"/>
            <a:ext cx="1631520" cy="1324440"/>
          </a:xfrm>
          <a:prstGeom prst="bentConnector3">
            <a:avLst>
              <a:gd name="adj1" fmla="val 49988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414239881" name=""/>
          <p:cNvCxnSpPr/>
          <p:nvPr/>
        </p:nvCxnSpPr>
        <p:spPr bwMode="auto">
          <a:xfrm>
            <a:off x="2864160" y="1159200"/>
            <a:ext cx="1688040" cy="132444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032934094" name=""/>
          <p:cNvSpPr/>
          <p:nvPr/>
        </p:nvSpPr>
        <p:spPr bwMode="auto">
          <a:xfrm>
            <a:off x="210132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Board No.1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313739554" name=""/>
          <p:cNvCxnSpPr>
            <a:stCxn id="1032934094" idx="2"/>
          </p:cNvCxnSpPr>
          <p:nvPr/>
        </p:nvCxnSpPr>
        <p:spPr bwMode="auto">
          <a:xfrm>
            <a:off x="2843640" y="1158840"/>
            <a:ext cx="3960" cy="132480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626698269" name=""/>
          <p:cNvSpPr/>
          <p:nvPr/>
        </p:nvSpPr>
        <p:spPr bwMode="auto">
          <a:xfrm>
            <a:off x="37958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RFID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716283874" name=""/>
          <p:cNvCxnSpPr/>
          <p:nvPr/>
        </p:nvCxnSpPr>
        <p:spPr bwMode="auto">
          <a:xfrm>
            <a:off x="3586320" y="855360"/>
            <a:ext cx="2098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766011094" name=""/>
          <p:cNvCxnSpPr>
            <a:stCxn id="1032934094" idx="2"/>
          </p:cNvCxnSpPr>
          <p:nvPr/>
        </p:nvCxnSpPr>
        <p:spPr bwMode="auto">
          <a:xfrm rot="5400000">
            <a:off x="1369080" y="1008720"/>
            <a:ext cx="1324800" cy="162468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856452568" name=""/>
          <p:cNvCxnSpPr>
            <a:stCxn id="1032934094" idx="2"/>
          </p:cNvCxnSpPr>
          <p:nvPr/>
        </p:nvCxnSpPr>
        <p:spPr bwMode="auto">
          <a:xfrm rot="16199998" flipH="1">
            <a:off x="3028680" y="973440"/>
            <a:ext cx="1324800" cy="169488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367458949" name=""/>
          <p:cNvCxnSpPr/>
          <p:nvPr/>
        </p:nvCxnSpPr>
        <p:spPr bwMode="auto">
          <a:xfrm flipH="1">
            <a:off x="1798200" y="855360"/>
            <a:ext cx="30348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753589680" name=""/>
          <p:cNvCxnSpPr/>
          <p:nvPr/>
        </p:nvCxnSpPr>
        <p:spPr bwMode="auto">
          <a:xfrm rot="10800000" flipV="1">
            <a:off x="1225800" y="1159200"/>
            <a:ext cx="1631520" cy="1324440"/>
          </a:xfrm>
          <a:prstGeom prst="bentConnector3">
            <a:avLst>
              <a:gd name="adj1" fmla="val 49988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327237035" name=""/>
          <p:cNvSpPr/>
          <p:nvPr/>
        </p:nvSpPr>
        <p:spPr bwMode="auto">
          <a:xfrm>
            <a:off x="380808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93187400" name=""/>
          <p:cNvCxnSpPr>
            <a:endCxn id="1327237035" idx="0"/>
          </p:cNvCxnSpPr>
          <p:nvPr/>
        </p:nvCxnSpPr>
        <p:spPr bwMode="auto">
          <a:xfrm rot="16199998" flipH="1">
            <a:off x="3038400" y="971280"/>
            <a:ext cx="1324800" cy="1700280"/>
          </a:xfrm>
          <a:prstGeom prst="bentConnector3">
            <a:avLst>
              <a:gd name="adj1" fmla="val 50013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972467897" name=""/>
          <p:cNvSpPr/>
          <p:nvPr/>
        </p:nvSpPr>
        <p:spPr bwMode="auto">
          <a:xfrm>
            <a:off x="212724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(</a:t>
            </a: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차단기</a:t>
            </a: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)</a:t>
            </a:r>
            <a:br>
              <a:rPr sz="1800"/>
            </a:b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서보모터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86155092" name=""/>
          <p:cNvCxnSpPr>
            <a:endCxn id="972467897" idx="0"/>
          </p:cNvCxnSpPr>
          <p:nvPr/>
        </p:nvCxnSpPr>
        <p:spPr bwMode="auto">
          <a:xfrm>
            <a:off x="2865960" y="1159200"/>
            <a:ext cx="3960" cy="132480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960887309" name=""/>
          <p:cNvSpPr/>
          <p:nvPr/>
        </p:nvSpPr>
        <p:spPr bwMode="auto">
          <a:xfrm>
            <a:off x="50256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zh-CN" sz="1800" b="0" strike="noStrike" spc="-1">
                <a:solidFill>
                  <a:schemeClr val="lt1"/>
                </a:solidFill>
                <a:latin typeface="Arial"/>
                <a:ea typeface="Arial"/>
              </a:rPr>
              <a:t>감지 제스처 센서 </a:t>
            </a:r>
            <a:br>
              <a:rPr sz="1800"/>
            </a:b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APDS-9930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55245833" name=""/>
          <p:cNvCxnSpPr/>
          <p:nvPr/>
        </p:nvCxnSpPr>
        <p:spPr bwMode="auto">
          <a:xfrm>
            <a:off x="2859120" y="1159200"/>
            <a:ext cx="360" cy="132444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238836722" name=""/>
          <p:cNvCxnSpPr/>
          <p:nvPr/>
        </p:nvCxnSpPr>
        <p:spPr bwMode="auto">
          <a:xfrm>
            <a:off x="3598560" y="855360"/>
            <a:ext cx="20952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475387595" name=""/>
          <p:cNvCxnSpPr/>
          <p:nvPr/>
        </p:nvCxnSpPr>
        <p:spPr bwMode="auto">
          <a:xfrm>
            <a:off x="2855880" y="1159200"/>
            <a:ext cx="1694880" cy="1324440"/>
          </a:xfrm>
          <a:prstGeom prst="bentConnector3">
            <a:avLst>
              <a:gd name="adj1" fmla="val 5001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549134164" name=""/>
          <p:cNvCxnSpPr/>
          <p:nvPr/>
        </p:nvCxnSpPr>
        <p:spPr bwMode="auto">
          <a:xfrm flipH="1">
            <a:off x="1810440" y="855360"/>
            <a:ext cx="303120" cy="360"/>
          </a:xfrm>
          <a:prstGeom prst="straightConnector1">
            <a:avLst/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062647218" name=""/>
          <p:cNvCxnSpPr/>
          <p:nvPr/>
        </p:nvCxnSpPr>
        <p:spPr bwMode="auto">
          <a:xfrm rot="10800000" flipV="1">
            <a:off x="1238040" y="1159200"/>
            <a:ext cx="1631880" cy="1324440"/>
          </a:xfrm>
          <a:prstGeom prst="bentConnector3">
            <a:avLst>
              <a:gd name="adj1" fmla="val 50000"/>
            </a:avLst>
          </a:prstGeom>
          <a:ln>
            <a:solidFill>
              <a:srgbClr val="43729D"/>
            </a:solidFill>
            <a:tailEnd type="arrow" w="med" len="med"/>
          </a:ln>
        </p:spPr>
      </p:cxnSp>
      <p:cxnSp>
        <p:nvCxnSpPr>
          <p:cNvPr id="17532529" name=""/>
          <p:cNvCxnSpPr>
            <a:stCxn id="1021533666" idx="1"/>
            <a:endCxn id="1294106146" idx="3"/>
          </p:cNvCxnSpPr>
          <p:nvPr/>
        </p:nvCxnSpPr>
        <p:spPr bwMode="auto">
          <a:xfrm rot="10800000">
            <a:off x="7441920" y="854640"/>
            <a:ext cx="2515680" cy="810720"/>
          </a:xfrm>
          <a:prstGeom prst="bentConnector3">
            <a:avLst>
              <a:gd name="adj1" fmla="val 49992"/>
            </a:avLst>
          </a:prstGeom>
          <a:ln>
            <a:solidFill>
              <a:srgbClr val="43729D"/>
            </a:solidFill>
            <a:tailEnd type="arrow" w="med" len="med"/>
          </a:ln>
        </p:spPr>
      </p:cxnSp>
      <p:sp>
        <p:nvSpPr>
          <p:cNvPr id="1109396234" name=""/>
          <p:cNvSpPr/>
          <p:nvPr/>
        </p:nvSpPr>
        <p:spPr bwMode="auto">
          <a:xfrm>
            <a:off x="6966360" y="248364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1602 LCD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4279414" name=""/>
          <p:cNvSpPr/>
          <p:nvPr/>
        </p:nvSpPr>
        <p:spPr bwMode="auto">
          <a:xfrm>
            <a:off x="3272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Camera Module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2439103" name=""/>
          <p:cNvSpPr/>
          <p:nvPr/>
        </p:nvSpPr>
        <p:spPr bwMode="auto">
          <a:xfrm>
            <a:off x="210132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board 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983320" name=""/>
          <p:cNvSpPr/>
          <p:nvPr/>
        </p:nvSpPr>
        <p:spPr bwMode="auto">
          <a:xfrm>
            <a:off x="5957640" y="55152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board 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762471" name=""/>
          <p:cNvSpPr/>
          <p:nvPr/>
        </p:nvSpPr>
        <p:spPr bwMode="auto">
          <a:xfrm>
            <a:off x="1812240" y="4483800"/>
            <a:ext cx="1484640" cy="607320"/>
          </a:xfrm>
          <a:prstGeom prst="rect">
            <a:avLst/>
          </a:prstGeom>
          <a:solidFill>
            <a:schemeClr val="accent2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defRPr/>
            </a:pPr>
            <a:r>
              <a:rPr lang="en-US" sz="1800" b="0" strike="noStrike" spc="-1">
                <a:solidFill>
                  <a:schemeClr val="lt1"/>
                </a:solidFill>
                <a:latin typeface="Arial"/>
                <a:ea typeface="Arial"/>
              </a:rPr>
              <a:t>esp32 camera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50487727" name=""/>
          <p:cNvCxnSpPr>
            <a:stCxn id="1109396234" idx="0"/>
            <a:endCxn id="856983320" idx="3"/>
          </p:cNvCxnSpPr>
          <p:nvPr/>
        </p:nvCxnSpPr>
        <p:spPr bwMode="auto">
          <a:xfrm rot="16199998" flipV="1">
            <a:off x="6761160" y="1536120"/>
            <a:ext cx="1629000" cy="266760"/>
          </a:xfrm>
          <a:prstGeom prst="bentConnector2">
            <a:avLst/>
          </a:prstGeom>
          <a:ln>
            <a:solidFill>
              <a:srgbClr val="43729D"/>
            </a:solidFill>
            <a:tailEnd type="arrow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3142272" name="" descr=""/>
          <p:cNvPicPr/>
          <p:nvPr/>
        </p:nvPicPr>
        <p:blipFill rotWithShape="1">
          <a:blip r:embed="rId3"/>
          <a:stretch/>
        </p:blipFill>
        <p:spPr bwMode="auto">
          <a:xfrm>
            <a:off x="367920" y="1290240"/>
            <a:ext cx="7861680" cy="4424760"/>
          </a:xfrm>
          <a:prstGeom prst="rect">
            <a:avLst/>
          </a:prstGeom>
          <a:ln w="0">
            <a:noFill/>
          </a:ln>
        </p:spPr>
      </p:pic>
      <p:sp>
        <p:nvSpPr>
          <p:cNvPr id="1969792110" name=""/>
          <p:cNvSpPr/>
          <p:nvPr/>
        </p:nvSpPr>
        <p:spPr bwMode="auto">
          <a:xfrm>
            <a:off x="457200" y="685800"/>
            <a:ext cx="1097280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defRPr/>
            </a:pPr>
            <a:r>
              <a:rPr lang="zh-CN" sz="1800" b="0" strike="noStrike" spc="-1">
                <a:solidFill>
                  <a:srgbClr val="000000"/>
                </a:solidFill>
                <a:latin typeface="Arial"/>
              </a:rPr>
              <a:t>메뉴영역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630559" name=""/>
          <p:cNvSpPr/>
          <p:nvPr/>
        </p:nvSpPr>
        <p:spPr bwMode="auto">
          <a:xfrm>
            <a:off x="457200" y="685800"/>
            <a:ext cx="10972800" cy="457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defRPr/>
            </a:pPr>
            <a:r>
              <a:rPr lang="zh-CN" sz="1800" b="0" strike="noStrike" spc="-1">
                <a:solidFill>
                  <a:srgbClr val="000000"/>
                </a:solidFill>
                <a:latin typeface="Arial"/>
              </a:rPr>
              <a:t>메뉴영역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2370193" name=""/>
          <p:cNvSpPr/>
          <p:nvPr/>
        </p:nvSpPr>
        <p:spPr bwMode="auto">
          <a:xfrm>
            <a:off x="8458200" y="1371600"/>
            <a:ext cx="2971800" cy="27432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defRPr/>
            </a:pPr>
            <a:r>
              <a:rPr lang="zh-CN" sz="1800" b="0" strike="noStrike" spc="-1">
                <a:solidFill>
                  <a:srgbClr val="000000"/>
                </a:solidFill>
                <a:latin typeface="Arial"/>
              </a:rPr>
              <a:t>주차현황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8230468" name="" descr=""/>
          <p:cNvPicPr/>
          <p:nvPr/>
        </p:nvPicPr>
        <p:blipFill rotWithShape="1">
          <a:blip r:embed="rId4"/>
          <a:stretch/>
        </p:blipFill>
        <p:spPr bwMode="auto">
          <a:xfrm rot="5400000">
            <a:off x="2517120" y="4116960"/>
            <a:ext cx="456840" cy="909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_rels/theme5.xml.rels><?xml version="1.0" encoding="UTF-8" standalone="yes"?><Relationships xmlns="http://schemas.openxmlformats.org/package/2006/relationships"></Relationships>
</file>

<file path=ppt/theme/_rels/theme6.xml.rels><?xml version="1.0" encoding="UTF-8" standalone="yes"?><Relationships xmlns="http://schemas.openxmlformats.org/package/2006/relationships"></Relationships>
</file>

<file path=ppt/theme/_rels/theme7.xml.rels><?xml version="1.0" encoding="UTF-8" standalone="yes"?><Relationships xmlns="http://schemas.openxmlformats.org/package/2006/relationships"></Relationships>
</file>

<file path=ppt/theme/_rels/theme8.xml.rels><?xml version="1.0" encoding="UTF-8" standalone="yes"?><Relationships xmlns="http://schemas.openxmlformats.org/package/2006/relationships"></Relationships>
</file>

<file path=ppt/theme/_rels/theme9.xml.rels><?xml version="1.0" encoding="UTF-8" standalone="yes"?><Relationships xmlns="http://schemas.openxmlformats.org/package/2006/relationships"></Relationships>
</file>

<file path=ppt/theme/_rels/theme10.xml.rels><?xml version="1.0" encoding="UTF-8" standalone="yes"?><Relationships xmlns="http://schemas.openxmlformats.org/package/2006/relationships"></Relationships>
</file>

<file path=ppt/theme/_rels/theme11.xml.rels><?xml version="1.0" encoding="UTF-8" standalone="yes"?><Relationships xmlns="http://schemas.openxmlformats.org/package/2006/relationships"></Relationships>
</file>

<file path=ppt/theme/_rels/theme1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5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6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7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8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9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0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1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ONLYOFFICE/9.3.0.140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Theme 1</vt:lpstr>
      <vt:lpstr>Theme 2</vt:lpstr>
      <vt:lpstr>Theme 3</vt:lpstr>
      <vt:lpstr>Theme 4</vt:lpstr>
      <vt:lpstr>Theme 5</vt:lpstr>
      <vt:lpstr>Theme 6</vt:lpstr>
      <vt:lpstr>Theme 7</vt:lpstr>
      <vt:lpstr>Theme 8</vt:lpstr>
      <vt:lpstr>Theme 9</vt:lpstr>
      <vt:lpstr>Theme 10</vt:lpstr>
      <vt:lpstr>Theme 11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en-US</dc:language>
  <cp:lastModifiedBy/>
  <cp:revision>10</cp:revision>
  <dcterms:created xsi:type="dcterms:W3CDTF">2012-12-03T06:56:55Z</dcterms:created>
  <dcterms:modified xsi:type="dcterms:W3CDTF">2026-03-02T07:39:44Z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3</vt:i4>
  </property>
  <property fmtid="{D5CDD505-2E9C-101B-9397-08002B2CF9AE}" pid="4" name="PresentationFormat">
    <vt:lpwstr>On-screen Show (4:3)</vt:lpwstr>
  </property>
  <property fmtid="{D5CDD505-2E9C-101B-9397-08002B2CF9AE}" pid="5" name="Slides">
    <vt:i4>3</vt:i4>
  </property>
</Properties>
</file>