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theme/theme10.xml" ContentType="application/vnd.openxmlformats-officedocument.theme+xml"/>
  <Override PartName="/ppt/theme/theme8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5.xml" ContentType="application/vnd.openxmlformats-officedocument.theme+xml"/>
  <Override PartName="/docProps/app.xml" ContentType="application/vnd.openxmlformats-officedocument.extended-properties+xml"/>
  <Override PartName="/ppt/theme/theme7.xml" ContentType="application/vnd.openxmlformats-officedocument.theme+xml"/>
  <Override PartName="/ppt/viewProps.xml" ContentType="application/vnd.openxmlformats-officedocument.presentationml.viewProps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theme/theme6.xml" ContentType="application/vnd.openxmlformats-officedocument.theme+xml"/>
  <Override PartName="/ppt/slideMasters/slideMaster7.xml" ContentType="application/vnd.openxmlformats-officedocument.presentationml.slideMaster+xml"/>
  <Override PartName="/ppt/slideMasters/slideMaster10.xml" ContentType="application/vnd.openxmlformats-officedocument.presentationml.slideMaster+xml"/>
  <Override PartName="/ppt/presProps.xml" ContentType="application/vnd.openxmlformats-officedocument.presentationml.presProps+xml"/>
  <Override PartName="/ppt/theme/theme9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11.xml" ContentType="application/vnd.openxmlformats-officedocument.theme+xml"/>
  <Override PartName="/docProps/custom.xml" ContentType="application/vnd.openxmlformats-officedocument.custom-properties+xml"/>
  <Override PartName="/ppt/slideLayouts/slideLayout8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Masters/slideMaster3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ppt/slideMasters/slideMaster11.xml" ContentType="application/vnd.openxmlformats-officedocument.presentationml.slideMaster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6.xml" ContentType="application/vnd.openxmlformats-officedocument.presentationml.slideMaster+xml"/>
  <Override PartName="/ppt/slideLayouts/slideLayout11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  <p:sldMasterId id="2147483651" r:id="rId2"/>
    <p:sldMasterId id="2147483653" r:id="rId3"/>
    <p:sldMasterId id="2147483655" r:id="rId4"/>
    <p:sldMasterId id="2147483657" r:id="rId5"/>
    <p:sldMasterId id="2147483659" r:id="rId6"/>
    <p:sldMasterId id="2147483661" r:id="rId7"/>
    <p:sldMasterId id="2147483663" r:id="rId8"/>
    <p:sldMasterId id="2147483665" r:id="rId9"/>
    <p:sldMasterId id="2147483667" r:id="rId10"/>
    <p:sldMasterId id="2147483669" r:id="rId11"/>
  </p:sldMasterIdLst>
  <p:notesMasterIdLst>
    <p:notesMasterId r:id="rId29"/>
  </p:notesMasterIdLst>
  <p:sldIdLst>
    <p:sldId id="256" r:id="rId24"/>
    <p:sldId id="257" r:id="rId25"/>
    <p:sldId id="258" r:id="rId26"/>
    <p:sldId id="259" r:id="rId27"/>
    <p:sldId id="260" r:id="rId2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699584672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theme" Target="theme/theme1.xml"/><Relationship Id="rId13" Type="http://schemas.openxmlformats.org/officeDocument/2006/relationships/theme" Target="theme/theme2.xml"/><Relationship Id="rId14" Type="http://schemas.openxmlformats.org/officeDocument/2006/relationships/theme" Target="theme/theme3.xml"/><Relationship Id="rId15" Type="http://schemas.openxmlformats.org/officeDocument/2006/relationships/theme" Target="theme/theme4.xml"/><Relationship Id="rId16" Type="http://schemas.openxmlformats.org/officeDocument/2006/relationships/theme" Target="theme/theme5.xml"/><Relationship Id="rId17" Type="http://schemas.openxmlformats.org/officeDocument/2006/relationships/theme" Target="theme/theme6.xml"/><Relationship Id="rId18" Type="http://schemas.openxmlformats.org/officeDocument/2006/relationships/theme" Target="theme/theme7.xml"/><Relationship Id="rId19" Type="http://schemas.openxmlformats.org/officeDocument/2006/relationships/theme" Target="theme/theme8.xml"/><Relationship Id="rId20" Type="http://schemas.openxmlformats.org/officeDocument/2006/relationships/theme" Target="theme/theme9.xml"/><Relationship Id="rId21" Type="http://schemas.openxmlformats.org/officeDocument/2006/relationships/theme" Target="theme/theme10.xml"/><Relationship Id="rId22" Type="http://schemas.openxmlformats.org/officeDocument/2006/relationships/theme" Target="theme/theme11.xml"/><Relationship Id="rId23" Type="http://schemas.openxmlformats.org/officeDocument/2006/relationships/theme" Target="theme/theme12.xml"/><Relationship Id="rId24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4.xml"/><Relationship Id="rId28" Type="http://schemas.openxmlformats.org/officeDocument/2006/relationships/slide" Target="slides/slide5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 /><Relationship Id="rId31" Type="http://schemas.openxmlformats.org/officeDocument/2006/relationships/tableStyles" Target="tableStyles.xml" /><Relationship Id="rId3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2636287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move the slide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120800798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>
              <a:buNone/>
              <a:defRPr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587717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2653489" name="PlaceHolder 4"/>
          <p:cNvSpPr>
            <a:spLocks noGrp="1"/>
          </p:cNvSpPr>
          <p:nvPr>
            <p:ph type="dt" idx="34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50951" name="PlaceHolder 5"/>
          <p:cNvSpPr>
            <a:spLocks noGrp="1"/>
          </p:cNvSpPr>
          <p:nvPr>
            <p:ph type="ftr" idx="35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812718" name="PlaceHolder 6"/>
          <p:cNvSpPr>
            <a:spLocks noGrp="1"/>
          </p:cNvSpPr>
          <p:nvPr>
            <p:ph type="sldNum" idx="36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D33B551A-EC49-424A-AD4D-884F6F36A36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6991525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213502380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4716007" name="PlaceHolder 3"/>
          <p:cNvSpPr>
            <a:spLocks noGrp="1"/>
          </p:cNvSpPr>
          <p:nvPr>
            <p:ph type="sldNum" idx="3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1472146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25892259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874207" name="PlaceHolder 3"/>
          <p:cNvSpPr>
            <a:spLocks noGrp="1"/>
          </p:cNvSpPr>
          <p:nvPr>
            <p:ph type="sldNum" idx="3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025246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15912849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542679" name="PlaceHolder 3"/>
          <p:cNvSpPr>
            <a:spLocks noGrp="1"/>
          </p:cNvSpPr>
          <p:nvPr>
            <p:ph type="sldNum" idx="3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1A14610-8A20-40EF-B2CF-CE2BF6B8B87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31762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8" cy="3085920"/>
          </a:xfrm>
          <a:prstGeom prst="rect">
            <a:avLst/>
          </a:prstGeom>
          <a:ln w="0">
            <a:noFill/>
          </a:ln>
        </p:spPr>
      </p:sp>
      <p:sp>
        <p:nvSpPr>
          <p:cNvPr id="69487956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8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175985" name="PlaceHolder 3"/>
          <p:cNvSpPr>
            <a:spLocks noGrp="1"/>
          </p:cNvSpPr>
          <p:nvPr>
            <p:ph type="sldNum" idx="3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0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DADDBB9-A9BA-F19B-F0B4-51690689B8BB}" type="slidenum">
              <a:rPr lang="en-US" sz="1200" b="0" strike="noStrike" spc="0">
                <a:solidFill>
                  <a:schemeClr val="dk1"/>
                </a:solidFill>
                <a:latin typeface="Arial"/>
                <a:ea typeface="DejaVu Sans"/>
              </a:rPr>
              <a:t/>
            </a:fld>
            <a:endParaRPr lang="en-US" sz="1200" b="0" strike="noStrike" spc="0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2937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64660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35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38E38-A544-858F-F6A1-CFDCF7D981E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제목 슬라이드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395170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509458855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en-US" sz="2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584696108" name="PlaceHolder 3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083204556" name="PlaceHolder 4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372C09B4-867A-49BB-8017-167ADF8C18C4}" type="slidenum">
              <a:rPr/>
              <a:t>&lt;#&gt;</a:t>
            </a:fld>
            <a:endParaRPr/>
          </a:p>
        </p:txBody>
      </p:sp>
      <p:sp>
        <p:nvSpPr>
          <p:cNvPr id="1343399552" name="PlaceHolder 5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제목 슬라이드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764253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82988709" name="PlaceHolder 2"/>
          <p:cNvSpPr>
            <a:spLocks noGrp="1"/>
          </p:cNvSpPr>
          <p:nvPr>
            <p:ph type="subTitle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382968" name="PlaceHolder 3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253379569" name="PlaceHolder 4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14C5F871-F31A-4592-B31D-26C8E46459C0}" type="slidenum">
              <a:rPr/>
              <a:t>&lt;#&gt;</a:t>
            </a:fld>
            <a:endParaRPr/>
          </a:p>
        </p:txBody>
      </p:sp>
      <p:sp>
        <p:nvSpPr>
          <p:cNvPr id="275474602" name="PlaceHolder 5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제목 및 세로 텍스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578761" name="PlaceHolder 1"/>
          <p:cNvSpPr>
            <a:spLocks noGrp="1"/>
          </p:cNvSpPr>
          <p:nvPr>
            <p:ph type="ftr" idx="5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837635992" name="PlaceHolder 2"/>
          <p:cNvSpPr>
            <a:spLocks noGrp="1"/>
          </p:cNvSpPr>
          <p:nvPr>
            <p:ph type="sldNum" idx="6"/>
          </p:nvPr>
        </p:nvSpPr>
        <p:spPr bwMode="auto"/>
        <p:txBody>
          <a:bodyPr/>
          <a:p>
            <a:pPr>
              <a:defRPr/>
            </a:pPr>
            <a:fld id="{E4140556-7199-4F47-855B-36BFD1BB75E6}" type="slidenum">
              <a:rPr/>
              <a:t>&lt;#&gt;</a:t>
            </a:fld>
            <a:endParaRPr/>
          </a:p>
        </p:txBody>
      </p:sp>
      <p:sp>
        <p:nvSpPr>
          <p:cNvPr id="1949977163" name="PlaceHolder 3"/>
          <p:cNvSpPr>
            <a:spLocks noGrp="1"/>
          </p:cNvSpPr>
          <p:nvPr>
            <p:ph type="dt" idx="4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세로 제목 및 텍스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515104" name="PlaceHolder 1"/>
          <p:cNvSpPr>
            <a:spLocks noGrp="1"/>
          </p:cNvSpPr>
          <p:nvPr>
            <p:ph type="ftr" idx="8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308611507" name="PlaceHolder 2"/>
          <p:cNvSpPr>
            <a:spLocks noGrp="1"/>
          </p:cNvSpPr>
          <p:nvPr>
            <p:ph type="sldNum" idx="9"/>
          </p:nvPr>
        </p:nvSpPr>
        <p:spPr bwMode="auto"/>
        <p:txBody>
          <a:bodyPr/>
          <a:p>
            <a:pPr>
              <a:defRPr/>
            </a:pPr>
            <a:fld id="{881430A9-731E-4E18-9E2C-40CF332EB894}" type="slidenum">
              <a:rPr/>
              <a:t>&lt;#&gt;</a:t>
            </a:fld>
            <a:endParaRPr/>
          </a:p>
        </p:txBody>
      </p:sp>
      <p:sp>
        <p:nvSpPr>
          <p:cNvPr id="634332487" name="PlaceHolder 3"/>
          <p:cNvSpPr>
            <a:spLocks noGrp="1"/>
          </p:cNvSpPr>
          <p:nvPr>
            <p:ph type="dt" idx="7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제목 및 내용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585219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92268256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en-US" sz="2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725400888" name="PlaceHolder 3"/>
          <p:cNvSpPr>
            <a:spLocks noGrp="1"/>
          </p:cNvSpPr>
          <p:nvPr>
            <p:ph type="ftr" idx="1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030670135" name="PlaceHolder 4"/>
          <p:cNvSpPr>
            <a:spLocks noGrp="1"/>
          </p:cNvSpPr>
          <p:nvPr>
            <p:ph type="sldNum" idx="12"/>
          </p:nvPr>
        </p:nvSpPr>
        <p:spPr bwMode="auto"/>
        <p:txBody>
          <a:bodyPr/>
          <a:p>
            <a:pPr>
              <a:defRPr/>
            </a:pPr>
            <a:fld id="{1CF52CB6-1947-4799-A672-D3B608074F26}" type="slidenum">
              <a:rPr/>
              <a:t>&lt;#&gt;</a:t>
            </a:fld>
            <a:endParaRPr/>
          </a:p>
        </p:txBody>
      </p:sp>
      <p:sp>
        <p:nvSpPr>
          <p:cNvPr id="1395997991" name="PlaceHolder 5"/>
          <p:cNvSpPr>
            <a:spLocks noGrp="1"/>
          </p:cNvSpPr>
          <p:nvPr>
            <p:ph type="dt" idx="10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구역 머리글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209370" name="PlaceHolder 1"/>
          <p:cNvSpPr>
            <a:spLocks noGrp="1"/>
          </p:cNvSpPr>
          <p:nvPr>
            <p:ph type="ftr" idx="14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222528153" name="PlaceHolder 2"/>
          <p:cNvSpPr>
            <a:spLocks noGrp="1"/>
          </p:cNvSpPr>
          <p:nvPr>
            <p:ph type="sldNum" idx="15"/>
          </p:nvPr>
        </p:nvSpPr>
        <p:spPr bwMode="auto"/>
        <p:txBody>
          <a:bodyPr/>
          <a:p>
            <a:pPr>
              <a:defRPr/>
            </a:pPr>
            <a:fld id="{653069BF-3D12-497D-944F-0B85BA5B1DB1}" type="slidenum">
              <a:rPr/>
              <a:t>&lt;#&gt;</a:t>
            </a:fld>
            <a:endParaRPr/>
          </a:p>
        </p:txBody>
      </p:sp>
      <p:sp>
        <p:nvSpPr>
          <p:cNvPr id="530505806" name="PlaceHolder 3"/>
          <p:cNvSpPr>
            <a:spLocks noGrp="1"/>
          </p:cNvSpPr>
          <p:nvPr>
            <p:ph type="dt" idx="1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콘텐츠 2개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3362696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33812393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en-US" sz="2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2103429666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en-US" sz="2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914917137" name="PlaceHolder 4"/>
          <p:cNvSpPr>
            <a:spLocks noGrp="1"/>
          </p:cNvSpPr>
          <p:nvPr>
            <p:ph type="ftr" idx="17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924871591" name="PlaceHolder 5"/>
          <p:cNvSpPr>
            <a:spLocks noGrp="1"/>
          </p:cNvSpPr>
          <p:nvPr>
            <p:ph type="sldNum" idx="18"/>
          </p:nvPr>
        </p:nvSpPr>
        <p:spPr bwMode="auto"/>
        <p:txBody>
          <a:bodyPr/>
          <a:p>
            <a:pPr>
              <a:defRPr/>
            </a:pPr>
            <a:fld id="{E3ED98F8-D08A-439D-8FCD-2E3CCDD51E40}" type="slidenum">
              <a:rPr/>
              <a:t>&lt;#&gt;</a:t>
            </a:fld>
            <a:endParaRPr/>
          </a:p>
        </p:txBody>
      </p:sp>
      <p:sp>
        <p:nvSpPr>
          <p:cNvPr id="1642475344" name="PlaceHolder 6"/>
          <p:cNvSpPr>
            <a:spLocks noGrp="1"/>
          </p:cNvSpPr>
          <p:nvPr>
            <p:ph type="dt" idx="16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비교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436376" name="PlaceHolder 1"/>
          <p:cNvSpPr>
            <a:spLocks noGrp="1"/>
          </p:cNvSpPr>
          <p:nvPr>
            <p:ph type="ftr" idx="20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921508300" name="PlaceHolder 2"/>
          <p:cNvSpPr>
            <a:spLocks noGrp="1"/>
          </p:cNvSpPr>
          <p:nvPr>
            <p:ph type="sldNum" idx="21"/>
          </p:nvPr>
        </p:nvSpPr>
        <p:spPr bwMode="auto"/>
        <p:txBody>
          <a:bodyPr/>
          <a:p>
            <a:pPr>
              <a:defRPr/>
            </a:pPr>
            <a:fld id="{D8B83109-D72A-4FCB-A459-34083E804B44}" type="slidenum">
              <a:rPr/>
              <a:t>&lt;#&gt;</a:t>
            </a:fld>
            <a:endParaRPr/>
          </a:p>
        </p:txBody>
      </p:sp>
      <p:sp>
        <p:nvSpPr>
          <p:cNvPr id="1492206848" name="PlaceHolder 3"/>
          <p:cNvSpPr>
            <a:spLocks noGrp="1"/>
          </p:cNvSpPr>
          <p:nvPr>
            <p:ph type="dt" idx="19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제목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62543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914518093" name="PlaceHolder 2"/>
          <p:cNvSpPr>
            <a:spLocks noGrp="1"/>
          </p:cNvSpPr>
          <p:nvPr>
            <p:ph type="ftr" idx="2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534632607" name="PlaceHolder 3"/>
          <p:cNvSpPr>
            <a:spLocks noGrp="1"/>
          </p:cNvSpPr>
          <p:nvPr>
            <p:ph type="sldNum" idx="24"/>
          </p:nvPr>
        </p:nvSpPr>
        <p:spPr bwMode="auto"/>
        <p:txBody>
          <a:bodyPr/>
          <a:p>
            <a:pPr>
              <a:defRPr/>
            </a:pPr>
            <a:fld id="{8F78D67D-4D4B-41F7-8ECB-7221A64514E4}" type="slidenum">
              <a:rPr/>
              <a:t>&lt;#&gt;</a:t>
            </a:fld>
            <a:endParaRPr/>
          </a:p>
        </p:txBody>
      </p:sp>
      <p:sp>
        <p:nvSpPr>
          <p:cNvPr id="1239512049" name="PlaceHolder 4"/>
          <p:cNvSpPr>
            <a:spLocks noGrp="1"/>
          </p:cNvSpPr>
          <p:nvPr>
            <p:ph type="dt" idx="22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빈 화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162523" name="PlaceHolder 1"/>
          <p:cNvSpPr>
            <a:spLocks noGrp="1"/>
          </p:cNvSpPr>
          <p:nvPr>
            <p:ph type="ftr" idx="26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13803724" name="PlaceHolder 2"/>
          <p:cNvSpPr>
            <a:spLocks noGrp="1"/>
          </p:cNvSpPr>
          <p:nvPr>
            <p:ph type="sldNum" idx="27"/>
          </p:nvPr>
        </p:nvSpPr>
        <p:spPr bwMode="auto"/>
        <p:txBody>
          <a:bodyPr/>
          <a:p>
            <a:pPr>
              <a:defRPr/>
            </a:pPr>
            <a:fld id="{3B138B26-9BAF-47DD-BABB-BD9E46392C07}" type="slidenum">
              <a:rPr/>
              <a:t>&lt;#&gt;</a:t>
            </a:fld>
            <a:endParaRPr/>
          </a:p>
        </p:txBody>
      </p:sp>
      <p:sp>
        <p:nvSpPr>
          <p:cNvPr id="745933316" name="PlaceHolder 3"/>
          <p:cNvSpPr>
            <a:spLocks noGrp="1"/>
          </p:cNvSpPr>
          <p:nvPr>
            <p:ph type="dt" idx="2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캡션 있는 콘텐츠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649670" name="PlaceHolder 1"/>
          <p:cNvSpPr>
            <a:spLocks noGrp="1"/>
          </p:cNvSpPr>
          <p:nvPr>
            <p:ph type="ftr" idx="29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56384265" name="PlaceHolder 2"/>
          <p:cNvSpPr>
            <a:spLocks noGrp="1"/>
          </p:cNvSpPr>
          <p:nvPr>
            <p:ph type="sldNum" idx="30"/>
          </p:nvPr>
        </p:nvSpPr>
        <p:spPr bwMode="auto"/>
        <p:txBody>
          <a:bodyPr/>
          <a:p>
            <a:pPr>
              <a:defRPr/>
            </a:pPr>
            <a:fld id="{7B0AF4AA-6376-424F-A2AD-2C02133E899F}" type="slidenum">
              <a:rPr/>
              <a:t>&lt;#&gt;</a:t>
            </a:fld>
            <a:endParaRPr/>
          </a:p>
        </p:txBody>
      </p:sp>
      <p:sp>
        <p:nvSpPr>
          <p:cNvPr id="2116401437" name="PlaceHolder 3"/>
          <p:cNvSpPr>
            <a:spLocks noGrp="1"/>
          </p:cNvSpPr>
          <p:nvPr>
            <p:ph type="dt" idx="28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캡션 있는 그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3729789" name="PlaceHolder 1"/>
          <p:cNvSpPr>
            <a:spLocks noGrp="1"/>
          </p:cNvSpPr>
          <p:nvPr>
            <p:ph type="ftr" idx="3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51124522" name="PlaceHolder 2"/>
          <p:cNvSpPr>
            <a:spLocks noGrp="1"/>
          </p:cNvSpPr>
          <p:nvPr>
            <p:ph type="sldNum" idx="33"/>
          </p:nvPr>
        </p:nvSpPr>
        <p:spPr bwMode="auto"/>
        <p:txBody>
          <a:bodyPr/>
          <a:p>
            <a:pPr>
              <a:defRPr/>
            </a:pPr>
            <a:fld id="{3477E9D4-463C-4728-A70D-6E677FCD0AD9}" type="slidenum">
              <a:rPr/>
              <a:t>&lt;#&gt;</a:t>
            </a:fld>
            <a:endParaRPr/>
          </a:p>
        </p:txBody>
      </p:sp>
      <p:sp>
        <p:nvSpPr>
          <p:cNvPr id="412338003" name="PlaceHolder 3"/>
          <p:cNvSpPr>
            <a:spLocks noGrp="1"/>
          </p:cNvSpPr>
          <p:nvPr>
            <p:ph type="dt" idx="3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2.xml"/></Relationships>
</file>

<file path=ppt/slideMasters/_rels/slideMaster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3.xml"/></Relationships>
</file>

<file path=ppt/slideMasters/_rels/slideMaster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4.xml"/></Relationships>
</file>

<file path=ppt/slideMasters/_rels/slideMaster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5.xml"/></Relationships>
</file>

<file path=ppt/slideMasters/_rels/slideMaster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6.xml"/></Relationships>
</file>

<file path=ppt/slideMasters/_rels/slideMaster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7.xml"/></Relationships>
</file>

<file path=ppt/slideMasters/_rels/slideMaster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8.xml"/></Relationships>
</file>

<file path=ppt/slideMasters/_rels/slideMaster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9.xml"/></Relationships>
</file>

<file path=ppt/slideMasters/_rels/slideMaster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10.xml"/></Relationships>
</file>

<file path=ppt/slideMasters/_rels/slideMaster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8767705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defRPr/>
            </a:pPr>
            <a:r>
              <a:rPr lang="ko-KR" sz="6000" b="0" strike="noStrike" spc="-1">
                <a:solidFill>
                  <a:schemeClr val="dk1"/>
                </a:solidFill>
                <a:latin typeface="Arial"/>
                <a:ea typeface="Arial"/>
              </a:rPr>
              <a:t>마스터 제목 스타일 편집</a:t>
            </a:r>
            <a:endParaRPr lang="en-US" sz="60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5310322" name="PlaceHolder 2"/>
          <p:cNvSpPr>
            <a:spLocks noGrp="1"/>
          </p:cNvSpPr>
          <p:nvPr>
            <p:ph type="dt" idx="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4482333" name="PlaceHolder 3"/>
          <p:cNvSpPr>
            <a:spLocks noGrp="1"/>
          </p:cNvSpPr>
          <p:nvPr>
            <p:ph type="ftr" idx="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173606" name="PlaceHolder 4"/>
          <p:cNvSpPr>
            <a:spLocks noGrp="1"/>
          </p:cNvSpPr>
          <p:nvPr>
            <p:ph type="sldNum" idx="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438BA92-69DC-4832-9E52-37E1F2D047C1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191057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249909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ko-KR" sz="4400" b="0" strike="noStrike" spc="-1">
                <a:solidFill>
                  <a:schemeClr val="dk1"/>
                </a:solidFill>
                <a:latin typeface="Arial"/>
                <a:ea typeface="Arial"/>
              </a:rPr>
              <a:t>마스터 제목 스타일 편집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444570290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800" b="0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400" b="0" strike="noStrike" spc="-1">
                <a:solidFill>
                  <a:schemeClr val="dk1"/>
                </a:solidFill>
                <a:latin typeface="Arial"/>
                <a:ea typeface="Arial"/>
              </a:rPr>
              <a:t>둘째 수준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000" b="0" strike="noStrike" spc="-1">
                <a:solidFill>
                  <a:schemeClr val="dk1"/>
                </a:solidFill>
                <a:latin typeface="Arial"/>
                <a:ea typeface="Arial"/>
              </a:rPr>
              <a:t>셋째 수준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넷째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다섯째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470673734" name="PlaceHolder 3"/>
          <p:cNvSpPr>
            <a:spLocks noGrp="1"/>
          </p:cNvSpPr>
          <p:nvPr>
            <p:ph type="dt" idx="4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363376" name="PlaceHolder 4"/>
          <p:cNvSpPr>
            <a:spLocks noGrp="1"/>
          </p:cNvSpPr>
          <p:nvPr>
            <p:ph type="ftr" idx="5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91190" name="PlaceHolder 5"/>
          <p:cNvSpPr>
            <a:spLocks noGrp="1"/>
          </p:cNvSpPr>
          <p:nvPr>
            <p:ph type="sldNum" idx="6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65086B1-96AC-458C-9EB8-CC33650F8B1B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796085" name="PlaceHolder 1"/>
          <p:cNvSpPr>
            <a:spLocks noGrp="1"/>
          </p:cNvSpPr>
          <p:nvPr>
            <p:ph type="title"/>
          </p:nvPr>
        </p:nvSpPr>
        <p:spPr bwMode="auto"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ko-KR" sz="4400" b="0" strike="noStrike" spc="-1">
                <a:solidFill>
                  <a:schemeClr val="dk1"/>
                </a:solidFill>
                <a:latin typeface="Arial"/>
                <a:ea typeface="Arial"/>
              </a:rPr>
              <a:t>마스터 제목 스타일 편집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78567547" name="PlaceHolder 2"/>
          <p:cNvSpPr>
            <a:spLocks noGrp="1"/>
          </p:cNvSpPr>
          <p:nvPr>
            <p:ph type="body"/>
          </p:nvPr>
        </p:nvSpPr>
        <p:spPr bwMode="auto"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800" b="0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400" b="0" strike="noStrike" spc="-1">
                <a:solidFill>
                  <a:schemeClr val="dk1"/>
                </a:solidFill>
                <a:latin typeface="Arial"/>
                <a:ea typeface="Arial"/>
              </a:rPr>
              <a:t>둘째 수준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000" b="0" strike="noStrike" spc="-1">
                <a:solidFill>
                  <a:schemeClr val="dk1"/>
                </a:solidFill>
                <a:latin typeface="Arial"/>
                <a:ea typeface="Arial"/>
              </a:rPr>
              <a:t>셋째 수준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넷째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다섯째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151037616" name="PlaceHolder 3"/>
          <p:cNvSpPr>
            <a:spLocks noGrp="1"/>
          </p:cNvSpPr>
          <p:nvPr>
            <p:ph type="dt" idx="7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8490263" name="PlaceHolder 4"/>
          <p:cNvSpPr>
            <a:spLocks noGrp="1"/>
          </p:cNvSpPr>
          <p:nvPr>
            <p:ph type="ftr" idx="8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8835726" name="PlaceHolder 5"/>
          <p:cNvSpPr>
            <a:spLocks noGrp="1"/>
          </p:cNvSpPr>
          <p:nvPr>
            <p:ph type="sldNum" idx="9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119F276-E9D4-4962-875B-C958409AB432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8606521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ko-KR" sz="4400" b="0" strike="noStrike" spc="-1">
                <a:solidFill>
                  <a:schemeClr val="dk1"/>
                </a:solidFill>
                <a:latin typeface="Arial"/>
                <a:ea typeface="Arial"/>
              </a:rPr>
              <a:t>마스터 제목 스타일 편집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676013518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800" b="0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400" b="0" strike="noStrike" spc="-1">
                <a:solidFill>
                  <a:schemeClr val="dk1"/>
                </a:solidFill>
                <a:latin typeface="Arial"/>
                <a:ea typeface="Arial"/>
              </a:rPr>
              <a:t>둘째 수준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000" b="0" strike="noStrike" spc="-1">
                <a:solidFill>
                  <a:schemeClr val="dk1"/>
                </a:solidFill>
                <a:latin typeface="Arial"/>
                <a:ea typeface="Arial"/>
              </a:rPr>
              <a:t>셋째 수준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넷째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다섯째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920909219" name="PlaceHolder 3"/>
          <p:cNvSpPr>
            <a:spLocks noGrp="1"/>
          </p:cNvSpPr>
          <p:nvPr>
            <p:ph type="dt" idx="10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220953" name="PlaceHolder 4"/>
          <p:cNvSpPr>
            <a:spLocks noGrp="1"/>
          </p:cNvSpPr>
          <p:nvPr>
            <p:ph type="ftr" idx="11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6293372" name="PlaceHolder 5"/>
          <p:cNvSpPr>
            <a:spLocks noGrp="1"/>
          </p:cNvSpPr>
          <p:nvPr>
            <p:ph type="sldNum" idx="12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93B162C-8E5F-4D1B-A900-2EF13F3380C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8047295" name="PlaceHolder 1"/>
          <p:cNvSpPr>
            <a:spLocks noGrp="1"/>
          </p:cNvSpPr>
          <p:nvPr>
            <p:ph type="title"/>
          </p:nvPr>
        </p:nvSpPr>
        <p:spPr bwMode="auto"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ko-KR" sz="6000" b="0" strike="noStrike" spc="-1">
                <a:solidFill>
                  <a:schemeClr val="dk1"/>
                </a:solidFill>
                <a:latin typeface="Arial"/>
                <a:ea typeface="Arial"/>
              </a:rPr>
              <a:t>마스터 제목 스타일 편집</a:t>
            </a:r>
            <a:endParaRPr lang="en-US" sz="60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433809474" name="PlaceHolder 2"/>
          <p:cNvSpPr>
            <a:spLocks noGrp="1"/>
          </p:cNvSpPr>
          <p:nvPr>
            <p:ph type="body"/>
          </p:nvPr>
        </p:nvSpPr>
        <p:spPr bwMode="auto">
          <a:xfrm>
            <a:off x="831960" y="4589640"/>
            <a:ext cx="10515240" cy="1499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ko-KR" sz="24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마스터 텍스트 스타일을 편집합니다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38470081" name="PlaceHolder 3"/>
          <p:cNvSpPr>
            <a:spLocks noGrp="1"/>
          </p:cNvSpPr>
          <p:nvPr>
            <p:ph type="dt" idx="13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3584017" name="PlaceHolder 4"/>
          <p:cNvSpPr>
            <a:spLocks noGrp="1"/>
          </p:cNvSpPr>
          <p:nvPr>
            <p:ph type="ftr" idx="14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4865421" name="PlaceHolder 5"/>
          <p:cNvSpPr>
            <a:spLocks noGrp="1"/>
          </p:cNvSpPr>
          <p:nvPr>
            <p:ph type="sldNum" idx="15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2D13645-A10B-4528-A2BF-59FBE6DD5CEF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885025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ko-KR" sz="4400" b="0" strike="noStrike" spc="-1">
                <a:solidFill>
                  <a:schemeClr val="dk1"/>
                </a:solidFill>
                <a:latin typeface="Arial"/>
                <a:ea typeface="Arial"/>
              </a:rPr>
              <a:t>마스터 제목 스타일 편집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221194767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800" b="0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400" b="0" strike="noStrike" spc="-1">
                <a:solidFill>
                  <a:schemeClr val="dk1"/>
                </a:solidFill>
                <a:latin typeface="Arial"/>
                <a:ea typeface="Arial"/>
              </a:rPr>
              <a:t>둘째 수준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000" b="0" strike="noStrike" spc="-1">
                <a:solidFill>
                  <a:schemeClr val="dk1"/>
                </a:solidFill>
                <a:latin typeface="Arial"/>
                <a:ea typeface="Arial"/>
              </a:rPr>
              <a:t>셋째 수준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넷째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다섯째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80787987" name="PlaceHolder 3"/>
          <p:cNvSpPr>
            <a:spLocks noGrp="1"/>
          </p:cNvSpPr>
          <p:nvPr>
            <p:ph type="body"/>
          </p:nvPr>
        </p:nvSpPr>
        <p:spPr bwMode="auto"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800" b="0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400" b="0" strike="noStrike" spc="-1">
                <a:solidFill>
                  <a:schemeClr val="dk1"/>
                </a:solidFill>
                <a:latin typeface="Arial"/>
                <a:ea typeface="Arial"/>
              </a:rPr>
              <a:t>둘째 수준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000" b="0" strike="noStrike" spc="-1">
                <a:solidFill>
                  <a:schemeClr val="dk1"/>
                </a:solidFill>
                <a:latin typeface="Arial"/>
                <a:ea typeface="Arial"/>
              </a:rPr>
              <a:t>셋째 수준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넷째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다섯째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3655897" name="PlaceHolder 4"/>
          <p:cNvSpPr>
            <a:spLocks noGrp="1"/>
          </p:cNvSpPr>
          <p:nvPr>
            <p:ph type="dt" idx="16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5342445" name="PlaceHolder 5"/>
          <p:cNvSpPr>
            <a:spLocks noGrp="1"/>
          </p:cNvSpPr>
          <p:nvPr>
            <p:ph type="ftr" idx="17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225139" name="PlaceHolder 6"/>
          <p:cNvSpPr>
            <a:spLocks noGrp="1"/>
          </p:cNvSpPr>
          <p:nvPr>
            <p:ph type="sldNum" idx="18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D86495F-6CB1-4F2A-BCC0-FDA74F939491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1612414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ko-KR" sz="4400" b="0" strike="noStrike" spc="-1">
                <a:solidFill>
                  <a:schemeClr val="dk1"/>
                </a:solidFill>
                <a:latin typeface="Arial"/>
                <a:ea typeface="Arial"/>
              </a:rPr>
              <a:t>마스터 제목 스타일 편집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706380608" name="PlaceHolder 2"/>
          <p:cNvSpPr>
            <a:spLocks noGrp="1"/>
          </p:cNvSpPr>
          <p:nvPr>
            <p:ph type="body"/>
          </p:nvPr>
        </p:nvSpPr>
        <p:spPr bwMode="auto">
          <a:xfrm>
            <a:off x="839879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ko-KR" sz="2400" b="1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248613761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800" b="0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400" b="0" strike="noStrike" spc="-1">
                <a:solidFill>
                  <a:schemeClr val="dk1"/>
                </a:solidFill>
                <a:latin typeface="Arial"/>
                <a:ea typeface="Arial"/>
              </a:rPr>
              <a:t>둘째 수준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000" b="0" strike="noStrike" spc="-1">
                <a:solidFill>
                  <a:schemeClr val="dk1"/>
                </a:solidFill>
                <a:latin typeface="Arial"/>
                <a:ea typeface="Arial"/>
              </a:rPr>
              <a:t>셋째 수준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넷째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다섯째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728164060" name="PlaceHolder 4"/>
          <p:cNvSpPr>
            <a:spLocks noGrp="1"/>
          </p:cNvSpPr>
          <p:nvPr>
            <p:ph type="body"/>
          </p:nvPr>
        </p:nvSpPr>
        <p:spPr bwMode="auto"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ko-KR" sz="2400" b="1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444753602" name="PlaceHolder 5"/>
          <p:cNvSpPr>
            <a:spLocks noGrp="1"/>
          </p:cNvSpPr>
          <p:nvPr>
            <p:ph type="body"/>
          </p:nvPr>
        </p:nvSpPr>
        <p:spPr bwMode="auto"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800" b="0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400" b="0" strike="noStrike" spc="-1">
                <a:solidFill>
                  <a:schemeClr val="dk1"/>
                </a:solidFill>
                <a:latin typeface="Arial"/>
                <a:ea typeface="Arial"/>
              </a:rPr>
              <a:t>둘째 수준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000" b="0" strike="noStrike" spc="-1">
                <a:solidFill>
                  <a:schemeClr val="dk1"/>
                </a:solidFill>
                <a:latin typeface="Arial"/>
                <a:ea typeface="Arial"/>
              </a:rPr>
              <a:t>셋째 수준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넷째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다섯째 수준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356821632" name="PlaceHolder 6"/>
          <p:cNvSpPr>
            <a:spLocks noGrp="1"/>
          </p:cNvSpPr>
          <p:nvPr>
            <p:ph type="dt" idx="19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860949" name="PlaceHolder 7"/>
          <p:cNvSpPr>
            <a:spLocks noGrp="1"/>
          </p:cNvSpPr>
          <p:nvPr>
            <p:ph type="ftr" idx="20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869258" name="PlaceHolder 8"/>
          <p:cNvSpPr>
            <a:spLocks noGrp="1"/>
          </p:cNvSpPr>
          <p:nvPr>
            <p:ph type="sldNum" idx="21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1BF663E-1241-4F45-9DDF-0312CD6161DA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86126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ko-KR" sz="4400" b="0" strike="noStrike" spc="-1">
                <a:solidFill>
                  <a:schemeClr val="dk1"/>
                </a:solidFill>
                <a:latin typeface="Arial"/>
                <a:ea typeface="Arial"/>
              </a:rPr>
              <a:t>마스터 제목 스타일 편집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150224078" name="PlaceHolder 2"/>
          <p:cNvSpPr>
            <a:spLocks noGrp="1"/>
          </p:cNvSpPr>
          <p:nvPr>
            <p:ph type="dt" idx="22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45972" name="PlaceHolder 3"/>
          <p:cNvSpPr>
            <a:spLocks noGrp="1"/>
          </p:cNvSpPr>
          <p:nvPr>
            <p:ph type="ftr" idx="23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929813" name="PlaceHolder 4"/>
          <p:cNvSpPr>
            <a:spLocks noGrp="1"/>
          </p:cNvSpPr>
          <p:nvPr>
            <p:ph type="sldNum" idx="24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37C6B1C-F0A1-4FF4-93A4-DD59EE228F76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350003" name="PlaceHolder 1"/>
          <p:cNvSpPr>
            <a:spLocks noGrp="1"/>
          </p:cNvSpPr>
          <p:nvPr>
            <p:ph type="dt" idx="25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3564746" name="PlaceHolder 2"/>
          <p:cNvSpPr>
            <a:spLocks noGrp="1"/>
          </p:cNvSpPr>
          <p:nvPr>
            <p:ph type="ftr" idx="26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4669333" name="PlaceHolder 3"/>
          <p:cNvSpPr>
            <a:spLocks noGrp="1"/>
          </p:cNvSpPr>
          <p:nvPr>
            <p:ph type="sldNum" idx="27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A4BF2BEC-6A5E-4093-93B2-F6AA2A82394C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</p:sldLayoutId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2285135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ko-KR" sz="3200" b="0" strike="noStrike" spc="-1">
                <a:solidFill>
                  <a:schemeClr val="dk1"/>
                </a:solidFill>
                <a:latin typeface="Arial"/>
                <a:ea typeface="Arial"/>
              </a:rPr>
              <a:t>마스터 제목 스타일 편집</a:t>
            </a:r>
            <a:endParaRPr lang="en-US" sz="32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774882463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3200" b="0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32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800" b="0" strike="noStrike" spc="-1">
                <a:solidFill>
                  <a:schemeClr val="dk1"/>
                </a:solidFill>
                <a:latin typeface="Arial"/>
                <a:ea typeface="Arial"/>
              </a:rPr>
              <a:t>둘째 수준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400" b="0" strike="noStrike" spc="-1">
                <a:solidFill>
                  <a:schemeClr val="dk1"/>
                </a:solidFill>
                <a:latin typeface="Arial"/>
                <a:ea typeface="Arial"/>
              </a:rPr>
              <a:t>셋째 수준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000" b="0" strike="noStrike" spc="-1">
                <a:solidFill>
                  <a:schemeClr val="dk1"/>
                </a:solidFill>
                <a:latin typeface="Arial"/>
                <a:ea typeface="Arial"/>
              </a:rPr>
              <a:t>넷째 수준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ko-KR" sz="2000" b="0" strike="noStrike" spc="-1">
                <a:solidFill>
                  <a:schemeClr val="dk1"/>
                </a:solidFill>
                <a:latin typeface="Arial"/>
                <a:ea typeface="Arial"/>
              </a:rPr>
              <a:t>다섯째 수준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815352458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ko-KR" sz="1600" b="0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16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48077528" name="PlaceHolder 4"/>
          <p:cNvSpPr>
            <a:spLocks noGrp="1"/>
          </p:cNvSpPr>
          <p:nvPr>
            <p:ph type="dt" idx="28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8032259" name="PlaceHolder 5"/>
          <p:cNvSpPr>
            <a:spLocks noGrp="1"/>
          </p:cNvSpPr>
          <p:nvPr>
            <p:ph type="ftr" idx="29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6077958" name="PlaceHolder 6"/>
          <p:cNvSpPr>
            <a:spLocks noGrp="1"/>
          </p:cNvSpPr>
          <p:nvPr>
            <p:ph type="sldNum" idx="30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6A93E9F-9427-4F95-9B58-5FC6DB2C038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</p:sldLayoutId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105137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ko-KR" sz="3200" b="0" strike="noStrike" spc="-1">
                <a:solidFill>
                  <a:schemeClr val="dk1"/>
                </a:solidFill>
                <a:latin typeface="Arial"/>
                <a:ea typeface="Arial"/>
              </a:rPr>
              <a:t>마스터 제목 스타일 편집</a:t>
            </a:r>
            <a:endParaRPr lang="en-US" sz="32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429473701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ko-KR" sz="3200" b="0" strike="noStrike" spc="-1">
                <a:solidFill>
                  <a:schemeClr val="dk1"/>
                </a:solidFill>
                <a:latin typeface="Arial"/>
                <a:ea typeface="Arial"/>
              </a:rPr>
              <a:t>아이콘을 클릭하여 사진을 추가하세요</a:t>
            </a:r>
            <a:endParaRPr lang="en-US" sz="32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28538528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ko-KR" sz="1600" b="0" strike="noStrike" spc="-1">
                <a:solidFill>
                  <a:schemeClr val="dk1"/>
                </a:solidFill>
                <a:latin typeface="Arial"/>
                <a:ea typeface="Arial"/>
              </a:rPr>
              <a:t>마스터 텍스트 스타일을 편집합니다</a:t>
            </a:r>
            <a:endParaRPr lang="en-US" sz="16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51044066" name="PlaceHolder 4"/>
          <p:cNvSpPr>
            <a:spLocks noGrp="1"/>
          </p:cNvSpPr>
          <p:nvPr>
            <p:ph type="dt" idx="3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397114" name="PlaceHolder 5"/>
          <p:cNvSpPr>
            <a:spLocks noGrp="1"/>
          </p:cNvSpPr>
          <p:nvPr>
            <p:ph type="ftr" idx="3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214565" name="PlaceHolder 6"/>
          <p:cNvSpPr>
            <a:spLocks noGrp="1"/>
          </p:cNvSpPr>
          <p:nvPr>
            <p:ph type="sldNum" idx="3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ED6C662-3106-4316-A6CE-230C4CC5566F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727151" name=""/>
          <p:cNvSpPr/>
          <p:nvPr/>
        </p:nvSpPr>
        <p:spPr bwMode="auto">
          <a:xfrm>
            <a:off x="258840" y="154800"/>
            <a:ext cx="11674079" cy="63853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6844021" name=""/>
          <p:cNvSpPr/>
          <p:nvPr/>
        </p:nvSpPr>
        <p:spPr bwMode="auto">
          <a:xfrm>
            <a:off x="4932360" y="401040"/>
            <a:ext cx="2211840" cy="117144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server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7971400" name=""/>
          <p:cNvSpPr/>
          <p:nvPr/>
        </p:nvSpPr>
        <p:spPr bwMode="auto">
          <a:xfrm>
            <a:off x="1079640" y="3371400"/>
            <a:ext cx="2819519" cy="138456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client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device pc1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56753" name=""/>
          <p:cNvSpPr/>
          <p:nvPr/>
        </p:nvSpPr>
        <p:spPr bwMode="auto">
          <a:xfrm>
            <a:off x="4628520" y="3371400"/>
            <a:ext cx="2819519" cy="138456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client</a:t>
            </a:r>
            <a:br>
              <a:rPr sz="1800"/>
            </a:b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device pc2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4133044" name=""/>
          <p:cNvSpPr/>
          <p:nvPr/>
        </p:nvSpPr>
        <p:spPr bwMode="auto">
          <a:xfrm>
            <a:off x="8234640" y="3371400"/>
            <a:ext cx="2819519" cy="138456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client</a:t>
            </a:r>
            <a:br>
              <a:rPr sz="1800"/>
            </a:b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device pc3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4162969" name=""/>
          <p:cNvSpPr/>
          <p:nvPr/>
        </p:nvSpPr>
        <p:spPr bwMode="auto">
          <a:xfrm>
            <a:off x="1029600" y="694080"/>
            <a:ext cx="1728000" cy="585720"/>
          </a:xfrm>
          <a:prstGeom prst="flowChartMagneticDisk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DB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7206000" name=""/>
          <p:cNvCxnSpPr>
            <a:stCxn id="1926844021" idx="2"/>
            <a:endCxn id="1927971400" idx="0"/>
          </p:cNvCxnSpPr>
          <p:nvPr/>
        </p:nvCxnSpPr>
        <p:spPr bwMode="auto">
          <a:xfrm rot="5400000">
            <a:off x="3364200" y="697320"/>
            <a:ext cx="1799280" cy="3549240"/>
          </a:xfrm>
          <a:prstGeom prst="bentConnector3">
            <a:avLst>
              <a:gd name="adj1" fmla="val 50030"/>
            </a:avLst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cxnSp>
        <p:nvCxnSpPr>
          <p:cNvPr id="1040339136" name=""/>
          <p:cNvCxnSpPr>
            <a:stCxn id="1926844021" idx="2"/>
            <a:endCxn id="18256753" idx="0"/>
          </p:cNvCxnSpPr>
          <p:nvPr/>
        </p:nvCxnSpPr>
        <p:spPr bwMode="auto">
          <a:xfrm rot="16199998">
            <a:off x="5139000" y="2471760"/>
            <a:ext cx="1799280" cy="360"/>
          </a:xfrm>
          <a:prstGeom prst="bentConnector2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cxnSp>
        <p:nvCxnSpPr>
          <p:cNvPr id="917345388" name=""/>
          <p:cNvCxnSpPr>
            <a:stCxn id="1926844021" idx="2"/>
            <a:endCxn id="1904133044" idx="0"/>
          </p:cNvCxnSpPr>
          <p:nvPr/>
        </p:nvCxnSpPr>
        <p:spPr bwMode="auto">
          <a:xfrm rot="16199998" flipH="1">
            <a:off x="6941880" y="668520"/>
            <a:ext cx="1799280" cy="3606480"/>
          </a:xfrm>
          <a:prstGeom prst="bentConnector3">
            <a:avLst>
              <a:gd name="adj1" fmla="val 90254"/>
            </a:avLst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sp>
        <p:nvSpPr>
          <p:cNvPr id="222817598" name=""/>
          <p:cNvSpPr/>
          <p:nvPr/>
        </p:nvSpPr>
        <p:spPr bwMode="auto">
          <a:xfrm>
            <a:off x="9344880" y="283680"/>
            <a:ext cx="2211840" cy="117144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client</a:t>
            </a:r>
            <a:br>
              <a:rPr sz="1800"/>
            </a:b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관리 </a:t>
            </a: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pc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7864639" name=""/>
          <p:cNvSpPr/>
          <p:nvPr/>
        </p:nvSpPr>
        <p:spPr bwMode="auto">
          <a:xfrm>
            <a:off x="4628520" y="5065560"/>
            <a:ext cx="2819519" cy="138456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Arduino Uno (R3)</a:t>
            </a:r>
            <a:br>
              <a:rPr sz="1800"/>
            </a:b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board No.2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26076126" name=""/>
          <p:cNvCxnSpPr>
            <a:stCxn id="18256753" idx="2"/>
            <a:endCxn id="1637864639" idx="0"/>
          </p:cNvCxnSpPr>
          <p:nvPr/>
        </p:nvCxnSpPr>
        <p:spPr bwMode="auto">
          <a:xfrm rot="16199998">
            <a:off x="5883480" y="4910760"/>
            <a:ext cx="309960" cy="360"/>
          </a:xfrm>
          <a:prstGeom prst="bentConnector2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sp>
        <p:nvSpPr>
          <p:cNvPr id="1139473771" name=""/>
          <p:cNvSpPr/>
          <p:nvPr/>
        </p:nvSpPr>
        <p:spPr bwMode="auto">
          <a:xfrm>
            <a:off x="1079640" y="5065560"/>
            <a:ext cx="2819519" cy="138456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Arduino Uno (R3)</a:t>
            </a:r>
            <a:br>
              <a:rPr sz="1800"/>
            </a:b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board No.1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355725374" name=""/>
          <p:cNvCxnSpPr>
            <a:stCxn id="1927971400" idx="2"/>
            <a:endCxn id="1139473771" idx="0"/>
          </p:cNvCxnSpPr>
          <p:nvPr/>
        </p:nvCxnSpPr>
        <p:spPr bwMode="auto">
          <a:xfrm rot="16199998">
            <a:off x="2334600" y="4910760"/>
            <a:ext cx="309960" cy="360"/>
          </a:xfrm>
          <a:prstGeom prst="bentConnector2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sp>
        <p:nvSpPr>
          <p:cNvPr id="324231679" name=""/>
          <p:cNvSpPr/>
          <p:nvPr/>
        </p:nvSpPr>
        <p:spPr bwMode="auto">
          <a:xfrm>
            <a:off x="8234640" y="5065560"/>
            <a:ext cx="2819519" cy="138456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Arduino Uno (R3)</a:t>
            </a:r>
            <a:br>
              <a:rPr sz="1800"/>
            </a:b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board No.3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077346621" name=""/>
          <p:cNvCxnSpPr>
            <a:stCxn id="1904133044" idx="2"/>
            <a:endCxn id="324231679" idx="0"/>
          </p:cNvCxnSpPr>
          <p:nvPr/>
        </p:nvCxnSpPr>
        <p:spPr bwMode="auto">
          <a:xfrm rot="16199998">
            <a:off x="9489600" y="4910760"/>
            <a:ext cx="309960" cy="360"/>
          </a:xfrm>
          <a:prstGeom prst="bentConnector2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sp>
        <p:nvSpPr>
          <p:cNvPr id="9759743" name=""/>
          <p:cNvSpPr/>
          <p:nvPr/>
        </p:nvSpPr>
        <p:spPr bwMode="auto">
          <a:xfrm>
            <a:off x="9344880" y="1670040"/>
            <a:ext cx="2211840" cy="117144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client</a:t>
            </a:r>
            <a:br>
              <a:rPr sz="1800"/>
            </a:br>
            <a:r>
              <a:rPr lang="ko-KR" sz="1800" b="0" strike="noStrike" spc="-1">
                <a:solidFill>
                  <a:schemeClr val="lt1"/>
                </a:solidFill>
                <a:latin typeface="Arial"/>
                <a:ea typeface="Arial"/>
              </a:rPr>
              <a:t>운영 </a:t>
            </a: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pc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1828147" name=""/>
          <p:cNvSpPr/>
          <p:nvPr/>
        </p:nvSpPr>
        <p:spPr bwMode="auto">
          <a:xfrm>
            <a:off x="896760" y="1572840"/>
            <a:ext cx="1741680" cy="67320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client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esp32 board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538383695" name=""/>
          <p:cNvCxnSpPr>
            <a:stCxn id="1104162969" idx="1"/>
            <a:endCxn id="1926844021" idx="1"/>
          </p:cNvCxnSpPr>
          <p:nvPr/>
        </p:nvCxnSpPr>
        <p:spPr bwMode="auto">
          <a:xfrm>
            <a:off x="2757600" y="986760"/>
            <a:ext cx="2175120" cy="360"/>
          </a:xfrm>
          <a:prstGeom prst="straightConnector1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cxnSp>
        <p:nvCxnSpPr>
          <p:cNvPr id="201456902" name=""/>
          <p:cNvCxnSpPr>
            <a:stCxn id="1781828147" idx="2"/>
            <a:endCxn id="1927971400" idx="0"/>
          </p:cNvCxnSpPr>
          <p:nvPr/>
        </p:nvCxnSpPr>
        <p:spPr bwMode="auto">
          <a:xfrm rot="16199998" flipH="1">
            <a:off x="1565640" y="2447640"/>
            <a:ext cx="1125720" cy="722160"/>
          </a:xfrm>
          <a:prstGeom prst="bentConnector3">
            <a:avLst>
              <a:gd name="adj1" fmla="val 50000"/>
            </a:avLst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cxnSp>
        <p:nvCxnSpPr>
          <p:cNvPr id="1215576111" name=""/>
          <p:cNvCxnSpPr>
            <a:stCxn id="1926844021" idx="3"/>
            <a:endCxn id="222817598" idx="1"/>
          </p:cNvCxnSpPr>
          <p:nvPr/>
        </p:nvCxnSpPr>
        <p:spPr bwMode="auto">
          <a:xfrm flipV="1">
            <a:off x="7144200" y="869400"/>
            <a:ext cx="2201040" cy="117720"/>
          </a:xfrm>
          <a:prstGeom prst="bentConnector3">
            <a:avLst>
              <a:gd name="adj1" fmla="val 50008"/>
            </a:avLst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cxnSp>
        <p:nvCxnSpPr>
          <p:cNvPr id="1432691213" name=""/>
          <p:cNvCxnSpPr>
            <a:stCxn id="1926844021" idx="3"/>
            <a:endCxn id="9759743" idx="1"/>
          </p:cNvCxnSpPr>
          <p:nvPr/>
        </p:nvCxnSpPr>
        <p:spPr bwMode="auto">
          <a:xfrm>
            <a:off x="7144200" y="986760"/>
            <a:ext cx="2201040" cy="1269360"/>
          </a:xfrm>
          <a:prstGeom prst="bentConnector3">
            <a:avLst>
              <a:gd name="adj1" fmla="val 50008"/>
            </a:avLst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887548" name=""/>
          <p:cNvSpPr/>
          <p:nvPr/>
        </p:nvSpPr>
        <p:spPr bwMode="auto">
          <a:xfrm>
            <a:off x="258840" y="154800"/>
            <a:ext cx="11674079" cy="63853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endParaRPr lang="en-US" sz="18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1564503834" name=""/>
          <p:cNvSpPr/>
          <p:nvPr/>
        </p:nvSpPr>
        <p:spPr bwMode="auto">
          <a:xfrm>
            <a:off x="4932360" y="401040"/>
            <a:ext cx="2211840" cy="117144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server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8866844" name=""/>
          <p:cNvSpPr/>
          <p:nvPr/>
        </p:nvSpPr>
        <p:spPr bwMode="auto">
          <a:xfrm>
            <a:off x="4628520" y="3371400"/>
            <a:ext cx="2819519" cy="138456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client</a:t>
            </a:r>
            <a:br>
              <a:rPr sz="1800"/>
            </a:b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device pc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463237" name=""/>
          <p:cNvSpPr/>
          <p:nvPr/>
        </p:nvSpPr>
        <p:spPr bwMode="auto">
          <a:xfrm>
            <a:off x="1029600" y="694080"/>
            <a:ext cx="1728000" cy="585720"/>
          </a:xfrm>
          <a:prstGeom prst="flowChartMagneticDisk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DB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575020923" name=""/>
          <p:cNvCxnSpPr>
            <a:stCxn id="1564503834" idx="2"/>
            <a:endCxn id="1068866844" idx="0"/>
          </p:cNvCxnSpPr>
          <p:nvPr/>
        </p:nvCxnSpPr>
        <p:spPr bwMode="auto">
          <a:xfrm rot="16199998">
            <a:off x="5139000" y="2471760"/>
            <a:ext cx="1799280" cy="360"/>
          </a:xfrm>
          <a:prstGeom prst="bentConnector2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cxnSp>
        <p:nvCxnSpPr>
          <p:cNvPr id="209475565" name=""/>
          <p:cNvCxnSpPr>
            <a:stCxn id="1068866844" idx="2"/>
          </p:cNvCxnSpPr>
          <p:nvPr/>
        </p:nvCxnSpPr>
        <p:spPr bwMode="auto">
          <a:xfrm rot="16199998">
            <a:off x="5883840" y="4910400"/>
            <a:ext cx="309600" cy="360"/>
          </a:xfrm>
          <a:prstGeom prst="bentConnector2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sp>
        <p:nvSpPr>
          <p:cNvPr id="215036208" name=""/>
          <p:cNvSpPr/>
          <p:nvPr/>
        </p:nvSpPr>
        <p:spPr bwMode="auto">
          <a:xfrm>
            <a:off x="8234640" y="5065560"/>
            <a:ext cx="2819519" cy="138456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Arduino Uno (R3)</a:t>
            </a:r>
            <a:br>
              <a:rPr sz="1800"/>
            </a:b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board No.3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4433865" name=""/>
          <p:cNvSpPr/>
          <p:nvPr/>
        </p:nvSpPr>
        <p:spPr bwMode="auto">
          <a:xfrm>
            <a:off x="9344880" y="401040"/>
            <a:ext cx="2211840" cy="117144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client</a:t>
            </a:r>
            <a:br>
              <a:rPr sz="1800"/>
            </a:br>
            <a:r>
              <a:rPr lang="ko-KR" sz="1800" b="0" strike="noStrike" spc="-1">
                <a:solidFill>
                  <a:schemeClr val="lt1"/>
                </a:solidFill>
                <a:latin typeface="Arial"/>
                <a:ea typeface="Arial"/>
              </a:rPr>
              <a:t>관리 </a:t>
            </a: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/ </a:t>
            </a:r>
            <a:r>
              <a:rPr lang="ko-KR" sz="1800" b="0" strike="noStrike" spc="-1">
                <a:solidFill>
                  <a:schemeClr val="lt1"/>
                </a:solidFill>
                <a:latin typeface="Arial"/>
                <a:ea typeface="Arial"/>
              </a:rPr>
              <a:t>운영 </a:t>
            </a: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pc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5278173" name=""/>
          <p:cNvSpPr/>
          <p:nvPr/>
        </p:nvSpPr>
        <p:spPr bwMode="auto">
          <a:xfrm>
            <a:off x="1015920" y="3092040"/>
            <a:ext cx="1741680" cy="67320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esp32 camera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755676846" name=""/>
          <p:cNvCxnSpPr>
            <a:stCxn id="594463237" idx="1"/>
            <a:endCxn id="1564503834" idx="1"/>
          </p:cNvCxnSpPr>
          <p:nvPr/>
        </p:nvCxnSpPr>
        <p:spPr bwMode="auto">
          <a:xfrm>
            <a:off x="2757600" y="986760"/>
            <a:ext cx="2175120" cy="360"/>
          </a:xfrm>
          <a:prstGeom prst="straightConnector1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cxnSp>
        <p:nvCxnSpPr>
          <p:cNvPr id="1383539654" name=""/>
          <p:cNvCxnSpPr>
            <a:stCxn id="1435278173" idx="2"/>
            <a:endCxn id="1068866844" idx="1"/>
          </p:cNvCxnSpPr>
          <p:nvPr/>
        </p:nvCxnSpPr>
        <p:spPr bwMode="auto">
          <a:xfrm rot="16199998" flipH="1">
            <a:off x="3108600" y="2543400"/>
            <a:ext cx="298800" cy="2742120"/>
          </a:xfrm>
          <a:prstGeom prst="bentConnector2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cxnSp>
        <p:nvCxnSpPr>
          <p:cNvPr id="386537134" name=""/>
          <p:cNvCxnSpPr>
            <a:stCxn id="1564503834" idx="3"/>
            <a:endCxn id="894433865" idx="1"/>
          </p:cNvCxnSpPr>
          <p:nvPr/>
        </p:nvCxnSpPr>
        <p:spPr bwMode="auto">
          <a:xfrm>
            <a:off x="7144200" y="986760"/>
            <a:ext cx="2201040" cy="360"/>
          </a:xfrm>
          <a:prstGeom prst="bentConnector2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cxnSp>
        <p:nvCxnSpPr>
          <p:cNvPr id="2108893472" name=""/>
          <p:cNvCxnSpPr>
            <a:stCxn id="1068866844" idx="1"/>
            <a:endCxn id="1484798683" idx="0"/>
          </p:cNvCxnSpPr>
          <p:nvPr/>
        </p:nvCxnSpPr>
        <p:spPr bwMode="auto">
          <a:xfrm rot="10800000" flipH="0" flipV="1">
            <a:off x="1771920" y="4063680"/>
            <a:ext cx="2856599" cy="1001699"/>
          </a:xfrm>
          <a:prstGeom prst="bentConnector2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cxnSp>
        <p:nvCxnSpPr>
          <p:cNvPr id="126259237" name=""/>
          <p:cNvCxnSpPr>
            <a:stCxn id="1068866844" idx="3"/>
            <a:endCxn id="215036208" idx="0"/>
          </p:cNvCxnSpPr>
          <p:nvPr/>
        </p:nvCxnSpPr>
        <p:spPr bwMode="auto">
          <a:xfrm>
            <a:off x="7448039" y="4063680"/>
            <a:ext cx="2196720" cy="1002240"/>
          </a:xfrm>
          <a:prstGeom prst="bentConnector2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  <p:sp>
        <p:nvSpPr>
          <p:cNvPr id="563279705" name=""/>
          <p:cNvSpPr/>
          <p:nvPr/>
        </p:nvSpPr>
        <p:spPr bwMode="auto">
          <a:xfrm>
            <a:off x="5295959" y="50659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0">
                <a:solidFill>
                  <a:schemeClr val="lt1"/>
                </a:solidFill>
                <a:latin typeface="Arial"/>
                <a:ea typeface="Arial"/>
              </a:rPr>
              <a:t>esp32 board 2</a:t>
            </a: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4798683" name=""/>
          <p:cNvSpPr/>
          <p:nvPr/>
        </p:nvSpPr>
        <p:spPr bwMode="auto">
          <a:xfrm>
            <a:off x="1029600" y="5065379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0">
                <a:solidFill>
                  <a:schemeClr val="lt1"/>
                </a:solidFill>
                <a:latin typeface="Arial"/>
                <a:ea typeface="Arial"/>
              </a:rPr>
              <a:t>esp32 board 1_1</a:t>
            </a: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044794" name=""/>
          <p:cNvSpPr/>
          <p:nvPr/>
        </p:nvSpPr>
        <p:spPr bwMode="auto">
          <a:xfrm>
            <a:off x="2633441" y="50659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0">
                <a:solidFill>
                  <a:schemeClr val="lt1"/>
                </a:solidFill>
                <a:latin typeface="Arial"/>
                <a:ea typeface="Arial"/>
              </a:rPr>
              <a:t>esp32 board 1</a:t>
            </a:r>
            <a:r>
              <a:rPr lang="en-US" sz="1800" b="0" strike="noStrike" spc="0">
                <a:solidFill>
                  <a:srgbClr val="FFFFFF"/>
                </a:solidFill>
                <a:latin typeface="Arial"/>
              </a:rPr>
              <a:t>_2</a:t>
            </a: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556816975" name=""/>
          <p:cNvCxnSpPr>
            <a:stCxn id="1068866844" idx="1"/>
            <a:endCxn id="808044794" idx="0"/>
          </p:cNvCxnSpPr>
          <p:nvPr/>
        </p:nvCxnSpPr>
        <p:spPr bwMode="auto">
          <a:xfrm rot="10800000" flipH="0" flipV="1">
            <a:off x="3375761" y="4063680"/>
            <a:ext cx="1252757" cy="1002240"/>
          </a:xfrm>
          <a:prstGeom prst="bentConnector2">
            <a:avLst/>
          </a:prstGeom>
          <a:ln>
            <a:solidFill>
              <a:srgbClr val="43729D"/>
            </a:solidFill>
            <a:headEnd type="arrow" w="med" len="med"/>
            <a:tailEnd type="arrow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8843750" name=""/>
          <p:cNvSpPr/>
          <p:nvPr/>
        </p:nvSpPr>
        <p:spPr bwMode="auto">
          <a:xfrm>
            <a:off x="188640" y="398880"/>
            <a:ext cx="11874600" cy="627228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6308595" name=""/>
          <p:cNvSpPr/>
          <p:nvPr/>
        </p:nvSpPr>
        <p:spPr bwMode="auto">
          <a:xfrm>
            <a:off x="5819039" y="3565440"/>
            <a:ext cx="5749200" cy="28843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9048963" name=""/>
          <p:cNvSpPr/>
          <p:nvPr/>
        </p:nvSpPr>
        <p:spPr bwMode="auto">
          <a:xfrm>
            <a:off x="188640" y="376020"/>
            <a:ext cx="5438880" cy="289116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2027573" name=""/>
          <p:cNvSpPr/>
          <p:nvPr/>
        </p:nvSpPr>
        <p:spPr bwMode="auto">
          <a:xfrm>
            <a:off x="210816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Board No.1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8641896" name=""/>
          <p:cNvSpPr/>
          <p:nvPr/>
        </p:nvSpPr>
        <p:spPr bwMode="auto">
          <a:xfrm>
            <a:off x="2108160" y="248364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(</a:t>
            </a: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차단기</a:t>
            </a: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)</a:t>
            </a:r>
            <a:br>
              <a:rPr sz="1800"/>
            </a:b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서보모터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278820609" name=""/>
          <p:cNvCxnSpPr/>
          <p:nvPr/>
        </p:nvCxnSpPr>
        <p:spPr bwMode="auto">
          <a:xfrm>
            <a:off x="2850480" y="1159200"/>
            <a:ext cx="360" cy="132444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604779364" name=""/>
          <p:cNvSpPr/>
          <p:nvPr/>
        </p:nvSpPr>
        <p:spPr bwMode="auto">
          <a:xfrm>
            <a:off x="380268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RFID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033706915" name=""/>
          <p:cNvCxnSpPr>
            <a:stCxn id="2052027573" idx="3"/>
            <a:endCxn id="1604779364" idx="1"/>
          </p:cNvCxnSpPr>
          <p:nvPr/>
        </p:nvCxnSpPr>
        <p:spPr bwMode="auto">
          <a:xfrm>
            <a:off x="3592800" y="855000"/>
            <a:ext cx="210240" cy="36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2092736087" name=""/>
          <p:cNvSpPr/>
          <p:nvPr/>
        </p:nvSpPr>
        <p:spPr bwMode="auto">
          <a:xfrm>
            <a:off x="3795840" y="248364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APDS-9930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2881764" name=""/>
          <p:cNvSpPr/>
          <p:nvPr/>
        </p:nvSpPr>
        <p:spPr bwMode="auto">
          <a:xfrm>
            <a:off x="477000" y="248364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>
              <a:defRPr/>
            </a:pPr>
            <a:endParaRPr lang="en-US" sz="18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cxnSp>
        <p:nvCxnSpPr>
          <p:cNvPr id="1802560158" name=""/>
          <p:cNvCxnSpPr>
            <a:stCxn id="2052027573" idx="2"/>
            <a:endCxn id="1472881764" idx="0"/>
          </p:cNvCxnSpPr>
          <p:nvPr/>
        </p:nvCxnSpPr>
        <p:spPr bwMode="auto">
          <a:xfrm rot="5400000">
            <a:off x="1372320" y="1005840"/>
            <a:ext cx="1325160" cy="1631520"/>
          </a:xfrm>
          <a:prstGeom prst="bentConnector3">
            <a:avLst>
              <a:gd name="adj1" fmla="val 50000"/>
            </a:avLst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131659248" name=""/>
          <p:cNvCxnSpPr>
            <a:stCxn id="2052027573" idx="2"/>
            <a:endCxn id="2092736087" idx="0"/>
          </p:cNvCxnSpPr>
          <p:nvPr/>
        </p:nvCxnSpPr>
        <p:spPr bwMode="auto">
          <a:xfrm rot="16199998" flipH="1">
            <a:off x="3031920" y="977400"/>
            <a:ext cx="1325160" cy="1688040"/>
          </a:xfrm>
          <a:prstGeom prst="bentConnector3">
            <a:avLst>
              <a:gd name="adj1" fmla="val 50000"/>
            </a:avLst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467496371" name=""/>
          <p:cNvSpPr/>
          <p:nvPr/>
        </p:nvSpPr>
        <p:spPr bwMode="auto">
          <a:xfrm>
            <a:off x="32040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1602 LCD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3490661" name=""/>
          <p:cNvCxnSpPr>
            <a:stCxn id="2052027573" idx="1"/>
            <a:endCxn id="1467496371" idx="3"/>
          </p:cNvCxnSpPr>
          <p:nvPr/>
        </p:nvCxnSpPr>
        <p:spPr bwMode="auto">
          <a:xfrm flipH="1">
            <a:off x="1805040" y="855000"/>
            <a:ext cx="303480" cy="36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909859578" name=""/>
          <p:cNvSpPr/>
          <p:nvPr/>
        </p:nvSpPr>
        <p:spPr bwMode="auto">
          <a:xfrm>
            <a:off x="995760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HAM4311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251611777" name=""/>
          <p:cNvCxnSpPr>
            <a:stCxn id="768727350" idx="1"/>
            <a:endCxn id="1706534643" idx="3"/>
          </p:cNvCxnSpPr>
          <p:nvPr/>
        </p:nvCxnSpPr>
        <p:spPr bwMode="auto">
          <a:xfrm rot="10800000">
            <a:off x="7441920" y="854640"/>
            <a:ext cx="2515680" cy="810720"/>
          </a:xfrm>
          <a:prstGeom prst="bentConnector3">
            <a:avLst>
              <a:gd name="adj1" fmla="val 49992"/>
            </a:avLst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483624129" name=""/>
          <p:cNvSpPr/>
          <p:nvPr/>
        </p:nvSpPr>
        <p:spPr bwMode="auto">
          <a:xfrm>
            <a:off x="5957640" y="45889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Board No.3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9367892" name=""/>
          <p:cNvSpPr/>
          <p:nvPr/>
        </p:nvSpPr>
        <p:spPr bwMode="auto">
          <a:xfrm>
            <a:off x="5825520" y="360707"/>
            <a:ext cx="5749200" cy="316584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321469749" name=""/>
          <p:cNvCxnSpPr>
            <a:stCxn id="300216131" idx="1"/>
            <a:endCxn id="1483624129" idx="3"/>
          </p:cNvCxnSpPr>
          <p:nvPr/>
        </p:nvCxnSpPr>
        <p:spPr bwMode="auto">
          <a:xfrm rot="10800000">
            <a:off x="7441920" y="4892039"/>
            <a:ext cx="1155600" cy="810720"/>
          </a:xfrm>
          <a:prstGeom prst="bentConnector3">
            <a:avLst>
              <a:gd name="adj1" fmla="val 49984"/>
            </a:avLst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706534643" name=""/>
          <p:cNvSpPr/>
          <p:nvPr/>
        </p:nvSpPr>
        <p:spPr bwMode="auto">
          <a:xfrm>
            <a:off x="595764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Board No.2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5966178" name=""/>
          <p:cNvSpPr/>
          <p:nvPr/>
        </p:nvSpPr>
        <p:spPr bwMode="auto">
          <a:xfrm>
            <a:off x="995760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HAM4311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727350" name=""/>
          <p:cNvSpPr/>
          <p:nvPr/>
        </p:nvSpPr>
        <p:spPr bwMode="auto">
          <a:xfrm>
            <a:off x="9957600" y="136188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HAM4311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590482725" name=""/>
          <p:cNvCxnSpPr>
            <a:stCxn id="1215966178" idx="1"/>
            <a:endCxn id="1706534643" idx="3"/>
          </p:cNvCxnSpPr>
          <p:nvPr/>
        </p:nvCxnSpPr>
        <p:spPr bwMode="auto">
          <a:xfrm rot="10800000">
            <a:off x="7441920" y="855000"/>
            <a:ext cx="2515680" cy="360"/>
          </a:xfrm>
          <a:prstGeom prst="bentConnector2">
            <a:avLst/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733590801" name=""/>
          <p:cNvCxnSpPr>
            <a:stCxn id="768727350" idx="1"/>
            <a:endCxn id="1706534643" idx="3"/>
          </p:cNvCxnSpPr>
          <p:nvPr/>
        </p:nvCxnSpPr>
        <p:spPr bwMode="auto">
          <a:xfrm rot="10800000">
            <a:off x="7441920" y="854640"/>
            <a:ext cx="2515680" cy="810720"/>
          </a:xfrm>
          <a:prstGeom prst="bentConnector3">
            <a:avLst>
              <a:gd name="adj1" fmla="val 49992"/>
            </a:avLst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941732827" name=""/>
          <p:cNvCxnSpPr>
            <a:endCxn id="1706534643" idx="3"/>
          </p:cNvCxnSpPr>
          <p:nvPr/>
        </p:nvCxnSpPr>
        <p:spPr bwMode="auto">
          <a:xfrm rot="10800000">
            <a:off x="7441920" y="855000"/>
            <a:ext cx="2502720" cy="1664280"/>
          </a:xfrm>
          <a:prstGeom prst="bentConnector3">
            <a:avLst>
              <a:gd name="adj1" fmla="val 49978"/>
            </a:avLst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532933143" name=""/>
          <p:cNvSpPr/>
          <p:nvPr/>
        </p:nvSpPr>
        <p:spPr bwMode="auto">
          <a:xfrm>
            <a:off x="9957600" y="217944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IR </a:t>
            </a: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적외선 센서</a:t>
            </a:r>
            <a:br>
              <a:rPr sz="1800"/>
            </a:b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HAM4311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9335206" name=""/>
          <p:cNvSpPr/>
          <p:nvPr/>
        </p:nvSpPr>
        <p:spPr bwMode="auto">
          <a:xfrm>
            <a:off x="5973840" y="1361880"/>
            <a:ext cx="171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주차면</a:t>
            </a: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 센서정보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594299" name=""/>
          <p:cNvSpPr/>
          <p:nvPr/>
        </p:nvSpPr>
        <p:spPr bwMode="auto">
          <a:xfrm>
            <a:off x="211500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Board No.1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236870424" name=""/>
          <p:cNvCxnSpPr>
            <a:stCxn id="1156594299" idx="3"/>
          </p:cNvCxnSpPr>
          <p:nvPr/>
        </p:nvCxnSpPr>
        <p:spPr bwMode="auto">
          <a:xfrm>
            <a:off x="3599640" y="855000"/>
            <a:ext cx="203400" cy="72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2037005839" name=""/>
          <p:cNvCxnSpPr>
            <a:stCxn id="1156594299" idx="2"/>
          </p:cNvCxnSpPr>
          <p:nvPr/>
        </p:nvCxnSpPr>
        <p:spPr bwMode="auto">
          <a:xfrm rot="5400000">
            <a:off x="1375920" y="1001879"/>
            <a:ext cx="1324800" cy="1638360"/>
          </a:xfrm>
          <a:prstGeom prst="bentConnector3">
            <a:avLst>
              <a:gd name="adj1" fmla="val 50013"/>
            </a:avLst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063763795" name=""/>
          <p:cNvCxnSpPr>
            <a:stCxn id="1156594299" idx="2"/>
          </p:cNvCxnSpPr>
          <p:nvPr/>
        </p:nvCxnSpPr>
        <p:spPr bwMode="auto">
          <a:xfrm rot="16199998" flipH="1">
            <a:off x="3035519" y="980280"/>
            <a:ext cx="1324800" cy="1681200"/>
          </a:xfrm>
          <a:prstGeom prst="bentConnector3">
            <a:avLst>
              <a:gd name="adj1" fmla="val 50013"/>
            </a:avLst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449278197" name=""/>
          <p:cNvCxnSpPr/>
          <p:nvPr/>
        </p:nvCxnSpPr>
        <p:spPr bwMode="auto">
          <a:xfrm flipH="1">
            <a:off x="1811880" y="855360"/>
            <a:ext cx="303480" cy="36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948905741" name=""/>
          <p:cNvSpPr/>
          <p:nvPr/>
        </p:nvSpPr>
        <p:spPr bwMode="auto">
          <a:xfrm>
            <a:off x="495000" y="1320120"/>
            <a:ext cx="1992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주차장</a:t>
            </a: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 입출차 관리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2897526" name=""/>
          <p:cNvSpPr/>
          <p:nvPr/>
        </p:nvSpPr>
        <p:spPr bwMode="auto">
          <a:xfrm>
            <a:off x="5957640" y="3806280"/>
            <a:ext cx="1764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주차타워</a:t>
            </a: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 관리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068985" name=""/>
          <p:cNvSpPr/>
          <p:nvPr/>
        </p:nvSpPr>
        <p:spPr bwMode="auto">
          <a:xfrm>
            <a:off x="188640" y="3558600"/>
            <a:ext cx="5438880" cy="289116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11131" name=""/>
          <p:cNvSpPr/>
          <p:nvPr/>
        </p:nvSpPr>
        <p:spPr bwMode="auto">
          <a:xfrm>
            <a:off x="166680" y="3535200"/>
            <a:ext cx="2207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주차장</a:t>
            </a: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 차량 </a:t>
            </a: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lpr </a:t>
            </a:r>
            <a:r>
              <a:rPr lang="ko-KR" sz="1800" b="0" strike="noStrike" spc="-1">
                <a:solidFill>
                  <a:schemeClr val="dk1"/>
                </a:solidFill>
                <a:latin typeface="Arial"/>
                <a:ea typeface="Arial"/>
              </a:rPr>
              <a:t>확인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0086325" name="" descr=""/>
          <p:cNvPicPr/>
          <p:nvPr/>
        </p:nvPicPr>
        <p:blipFill rotWithShape="1">
          <a:blip r:embed="rId3"/>
          <a:stretch/>
        </p:blipFill>
        <p:spPr bwMode="auto">
          <a:xfrm>
            <a:off x="10145880" y="3558600"/>
            <a:ext cx="1422360" cy="2831400"/>
          </a:xfrm>
          <a:prstGeom prst="rect">
            <a:avLst/>
          </a:prstGeom>
          <a:ln w="0">
            <a:noFill/>
          </a:ln>
        </p:spPr>
      </p:pic>
      <p:cxnSp>
        <p:nvCxnSpPr>
          <p:cNvPr id="723293847" name=""/>
          <p:cNvCxnSpPr>
            <a:endCxn id="1483624129" idx="3"/>
          </p:cNvCxnSpPr>
          <p:nvPr/>
        </p:nvCxnSpPr>
        <p:spPr bwMode="auto">
          <a:xfrm rot="10800000" flipV="1">
            <a:off x="7441920" y="4210560"/>
            <a:ext cx="2522160" cy="681840"/>
          </a:xfrm>
          <a:prstGeom prst="bentConnector3">
            <a:avLst>
              <a:gd name="adj1" fmla="val 77259"/>
            </a:avLst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027116913" name=""/>
          <p:cNvCxnSpPr>
            <a:stCxn id="2130160980" idx="1"/>
            <a:endCxn id="1483624129" idx="3"/>
          </p:cNvCxnSpPr>
          <p:nvPr/>
        </p:nvCxnSpPr>
        <p:spPr bwMode="auto">
          <a:xfrm rot="10800000">
            <a:off x="7441920" y="4892400"/>
            <a:ext cx="1155600" cy="360"/>
          </a:xfrm>
          <a:prstGeom prst="bentConnector2">
            <a:avLst/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548556350" name=""/>
          <p:cNvCxnSpPr>
            <a:stCxn id="300216131" idx="1"/>
            <a:endCxn id="1483624129" idx="3"/>
          </p:cNvCxnSpPr>
          <p:nvPr/>
        </p:nvCxnSpPr>
        <p:spPr bwMode="auto">
          <a:xfrm rot="10800000">
            <a:off x="7441920" y="4892039"/>
            <a:ext cx="1155600" cy="810720"/>
          </a:xfrm>
          <a:prstGeom prst="bentConnector3">
            <a:avLst>
              <a:gd name="adj1" fmla="val 49984"/>
            </a:avLst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324814223" name=""/>
          <p:cNvSpPr/>
          <p:nvPr/>
        </p:nvSpPr>
        <p:spPr bwMode="auto">
          <a:xfrm>
            <a:off x="8597520" y="387576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br>
              <a:rPr sz="1800"/>
            </a:b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스텝모터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0160980" name=""/>
          <p:cNvSpPr/>
          <p:nvPr/>
        </p:nvSpPr>
        <p:spPr bwMode="auto">
          <a:xfrm>
            <a:off x="8597520" y="45889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HAM4311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216131" name=""/>
          <p:cNvSpPr/>
          <p:nvPr/>
        </p:nvSpPr>
        <p:spPr bwMode="auto">
          <a:xfrm>
            <a:off x="8597520" y="539928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APDS-9930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87686895" name=""/>
          <p:cNvCxnSpPr/>
          <p:nvPr/>
        </p:nvCxnSpPr>
        <p:spPr bwMode="auto">
          <a:xfrm>
            <a:off x="2857320" y="1159200"/>
            <a:ext cx="360" cy="132444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745442692" name=""/>
          <p:cNvSpPr/>
          <p:nvPr/>
        </p:nvSpPr>
        <p:spPr bwMode="auto">
          <a:xfrm>
            <a:off x="483840" y="248364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감지 제스처 센서 </a:t>
            </a:r>
            <a:br>
              <a:rPr sz="1800"/>
            </a:b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APDS-9930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656300079" name=""/>
          <p:cNvCxnSpPr/>
          <p:nvPr/>
        </p:nvCxnSpPr>
        <p:spPr bwMode="auto">
          <a:xfrm rot="10800000" flipV="1">
            <a:off x="1225800" y="1159200"/>
            <a:ext cx="1631520" cy="1324440"/>
          </a:xfrm>
          <a:prstGeom prst="bentConnector3">
            <a:avLst>
              <a:gd name="adj1" fmla="val 49988"/>
            </a:avLst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369367346" name=""/>
          <p:cNvCxnSpPr/>
          <p:nvPr/>
        </p:nvCxnSpPr>
        <p:spPr bwMode="auto">
          <a:xfrm>
            <a:off x="2857320" y="1159200"/>
            <a:ext cx="1688040" cy="1324440"/>
          </a:xfrm>
          <a:prstGeom prst="bentConnector3">
            <a:avLst>
              <a:gd name="adj1" fmla="val 50000"/>
            </a:avLst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055119874" name=""/>
          <p:cNvSpPr/>
          <p:nvPr/>
        </p:nvSpPr>
        <p:spPr bwMode="auto">
          <a:xfrm>
            <a:off x="2115000" y="248364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(</a:t>
            </a: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차단기</a:t>
            </a: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)</a:t>
            </a:r>
            <a:br>
              <a:rPr sz="1800"/>
            </a:b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서보모터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15776974" name=""/>
          <p:cNvCxnSpPr>
            <a:endCxn id="1055119874" idx="0"/>
          </p:cNvCxnSpPr>
          <p:nvPr/>
        </p:nvCxnSpPr>
        <p:spPr bwMode="auto">
          <a:xfrm>
            <a:off x="2854080" y="1159200"/>
            <a:ext cx="3600" cy="132480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009804553" name=""/>
          <p:cNvCxnSpPr/>
          <p:nvPr/>
        </p:nvCxnSpPr>
        <p:spPr bwMode="auto">
          <a:xfrm>
            <a:off x="2864160" y="1159200"/>
            <a:ext cx="360" cy="132444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065118468" name=""/>
          <p:cNvSpPr/>
          <p:nvPr/>
        </p:nvSpPr>
        <p:spPr bwMode="auto">
          <a:xfrm>
            <a:off x="490680" y="248364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감지 제스처 센서 </a:t>
            </a:r>
            <a:br>
              <a:rPr sz="1800"/>
            </a:b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APDS-9930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997187646" name=""/>
          <p:cNvCxnSpPr/>
          <p:nvPr/>
        </p:nvCxnSpPr>
        <p:spPr bwMode="auto">
          <a:xfrm rot="10800000" flipV="1">
            <a:off x="1232640" y="1159200"/>
            <a:ext cx="1631520" cy="1324440"/>
          </a:xfrm>
          <a:prstGeom prst="bentConnector3">
            <a:avLst>
              <a:gd name="adj1" fmla="val 49988"/>
            </a:avLst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638139149" name=""/>
          <p:cNvCxnSpPr/>
          <p:nvPr/>
        </p:nvCxnSpPr>
        <p:spPr bwMode="auto">
          <a:xfrm>
            <a:off x="2864160" y="1159200"/>
            <a:ext cx="1688040" cy="1324440"/>
          </a:xfrm>
          <a:prstGeom prst="bentConnector3">
            <a:avLst>
              <a:gd name="adj1" fmla="val 50000"/>
            </a:avLst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577138006" name=""/>
          <p:cNvSpPr/>
          <p:nvPr/>
        </p:nvSpPr>
        <p:spPr bwMode="auto">
          <a:xfrm>
            <a:off x="210132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Board No.1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440783089" name=""/>
          <p:cNvCxnSpPr>
            <a:stCxn id="577138006" idx="2"/>
          </p:cNvCxnSpPr>
          <p:nvPr/>
        </p:nvCxnSpPr>
        <p:spPr bwMode="auto">
          <a:xfrm>
            <a:off x="2843640" y="1158840"/>
            <a:ext cx="3960" cy="132480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313442495" name=""/>
          <p:cNvSpPr/>
          <p:nvPr/>
        </p:nvSpPr>
        <p:spPr bwMode="auto">
          <a:xfrm>
            <a:off x="379584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RFID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457719354" name=""/>
          <p:cNvCxnSpPr/>
          <p:nvPr/>
        </p:nvCxnSpPr>
        <p:spPr bwMode="auto">
          <a:xfrm>
            <a:off x="3586320" y="855360"/>
            <a:ext cx="209880" cy="36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723153351" name=""/>
          <p:cNvCxnSpPr>
            <a:stCxn id="577138006" idx="2"/>
          </p:cNvCxnSpPr>
          <p:nvPr/>
        </p:nvCxnSpPr>
        <p:spPr bwMode="auto">
          <a:xfrm rot="5400000">
            <a:off x="1369080" y="1008720"/>
            <a:ext cx="1324800" cy="1624680"/>
          </a:xfrm>
          <a:prstGeom prst="bentConnector3">
            <a:avLst>
              <a:gd name="adj1" fmla="val 50013"/>
            </a:avLst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7779345" name=""/>
          <p:cNvCxnSpPr>
            <a:stCxn id="577138006" idx="2"/>
          </p:cNvCxnSpPr>
          <p:nvPr/>
        </p:nvCxnSpPr>
        <p:spPr bwMode="auto">
          <a:xfrm rot="16199998" flipH="1">
            <a:off x="3028680" y="973440"/>
            <a:ext cx="1324800" cy="1694880"/>
          </a:xfrm>
          <a:prstGeom prst="bentConnector3">
            <a:avLst>
              <a:gd name="adj1" fmla="val 50013"/>
            </a:avLst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653734367" name=""/>
          <p:cNvCxnSpPr/>
          <p:nvPr/>
        </p:nvCxnSpPr>
        <p:spPr bwMode="auto">
          <a:xfrm flipH="1">
            <a:off x="1798200" y="855360"/>
            <a:ext cx="303480" cy="36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320156874" name=""/>
          <p:cNvCxnSpPr/>
          <p:nvPr/>
        </p:nvCxnSpPr>
        <p:spPr bwMode="auto">
          <a:xfrm rot="10800000" flipV="1">
            <a:off x="1225800" y="1159200"/>
            <a:ext cx="1631520" cy="1324440"/>
          </a:xfrm>
          <a:prstGeom prst="bentConnector3">
            <a:avLst>
              <a:gd name="adj1" fmla="val 49988"/>
            </a:avLst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629681333" name=""/>
          <p:cNvSpPr/>
          <p:nvPr/>
        </p:nvSpPr>
        <p:spPr bwMode="auto">
          <a:xfrm>
            <a:off x="3808080" y="248364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APDS-9930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136780375" name=""/>
          <p:cNvCxnSpPr>
            <a:endCxn id="629681333" idx="0"/>
          </p:cNvCxnSpPr>
          <p:nvPr/>
        </p:nvCxnSpPr>
        <p:spPr bwMode="auto">
          <a:xfrm rot="16199998" flipH="1">
            <a:off x="3038400" y="971280"/>
            <a:ext cx="1324800" cy="1700280"/>
          </a:xfrm>
          <a:prstGeom prst="bentConnector3">
            <a:avLst>
              <a:gd name="adj1" fmla="val 50013"/>
            </a:avLst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329151448" name=""/>
          <p:cNvSpPr/>
          <p:nvPr/>
        </p:nvSpPr>
        <p:spPr bwMode="auto">
          <a:xfrm>
            <a:off x="2127240" y="248364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(</a:t>
            </a: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차단기</a:t>
            </a: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)</a:t>
            </a:r>
            <a:br>
              <a:rPr sz="1800"/>
            </a:b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서보모터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366819000" name=""/>
          <p:cNvCxnSpPr>
            <a:endCxn id="329151448" idx="0"/>
          </p:cNvCxnSpPr>
          <p:nvPr/>
        </p:nvCxnSpPr>
        <p:spPr bwMode="auto">
          <a:xfrm>
            <a:off x="2865960" y="1159200"/>
            <a:ext cx="3960" cy="132480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640420508" name=""/>
          <p:cNvSpPr/>
          <p:nvPr/>
        </p:nvSpPr>
        <p:spPr bwMode="auto">
          <a:xfrm>
            <a:off x="502560" y="248364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감지 제스처 센서 </a:t>
            </a:r>
            <a:br>
              <a:rPr sz="1800"/>
            </a:b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APDS-9930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284020429" name=""/>
          <p:cNvCxnSpPr/>
          <p:nvPr/>
        </p:nvCxnSpPr>
        <p:spPr bwMode="auto">
          <a:xfrm>
            <a:off x="2859120" y="1159200"/>
            <a:ext cx="360" cy="132444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88868214" name=""/>
          <p:cNvCxnSpPr/>
          <p:nvPr/>
        </p:nvCxnSpPr>
        <p:spPr bwMode="auto">
          <a:xfrm>
            <a:off x="3598560" y="855360"/>
            <a:ext cx="209520" cy="36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528500908" name=""/>
          <p:cNvCxnSpPr/>
          <p:nvPr/>
        </p:nvCxnSpPr>
        <p:spPr bwMode="auto">
          <a:xfrm>
            <a:off x="2855880" y="1159200"/>
            <a:ext cx="1694880" cy="1324440"/>
          </a:xfrm>
          <a:prstGeom prst="bentConnector3">
            <a:avLst>
              <a:gd name="adj1" fmla="val 50010"/>
            </a:avLst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704573260" name=""/>
          <p:cNvCxnSpPr/>
          <p:nvPr/>
        </p:nvCxnSpPr>
        <p:spPr bwMode="auto">
          <a:xfrm flipH="1">
            <a:off x="1810440" y="855360"/>
            <a:ext cx="303120" cy="36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1170693190" name=""/>
          <p:cNvCxnSpPr/>
          <p:nvPr/>
        </p:nvCxnSpPr>
        <p:spPr bwMode="auto">
          <a:xfrm rot="10800000" flipV="1">
            <a:off x="1238040" y="1159200"/>
            <a:ext cx="1631880" cy="1324440"/>
          </a:xfrm>
          <a:prstGeom prst="bentConnector3">
            <a:avLst>
              <a:gd name="adj1" fmla="val 50000"/>
            </a:avLst>
          </a:prstGeom>
          <a:ln>
            <a:solidFill>
              <a:srgbClr val="43729D"/>
            </a:solidFill>
            <a:tailEnd type="arrow" w="med" len="med"/>
          </a:ln>
        </p:spPr>
      </p:cxnSp>
      <p:cxnSp>
        <p:nvCxnSpPr>
          <p:cNvPr id="565599200" name=""/>
          <p:cNvCxnSpPr>
            <a:stCxn id="768727350" idx="1"/>
            <a:endCxn id="1706534643" idx="3"/>
          </p:cNvCxnSpPr>
          <p:nvPr/>
        </p:nvCxnSpPr>
        <p:spPr bwMode="auto">
          <a:xfrm rot="10800000">
            <a:off x="7441920" y="854640"/>
            <a:ext cx="2515680" cy="810720"/>
          </a:xfrm>
          <a:prstGeom prst="bentConnector3">
            <a:avLst>
              <a:gd name="adj1" fmla="val 49992"/>
            </a:avLst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586442133" name=""/>
          <p:cNvSpPr/>
          <p:nvPr/>
        </p:nvSpPr>
        <p:spPr bwMode="auto">
          <a:xfrm>
            <a:off x="6966360" y="248364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1602 LCD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5916575" name=""/>
          <p:cNvSpPr/>
          <p:nvPr/>
        </p:nvSpPr>
        <p:spPr bwMode="auto">
          <a:xfrm>
            <a:off x="32724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Camera Module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425338" name=""/>
          <p:cNvSpPr/>
          <p:nvPr/>
        </p:nvSpPr>
        <p:spPr bwMode="auto">
          <a:xfrm>
            <a:off x="210132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esp32 board 1</a:t>
            </a:r>
            <a:r>
              <a:rPr lang="en-US" sz="1800" b="0" strike="noStrike" spc="0">
                <a:solidFill>
                  <a:srgbClr val="FFFFFF"/>
                </a:solidFill>
                <a:latin typeface="Arial"/>
              </a:rPr>
              <a:t>_1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950056" name=""/>
          <p:cNvSpPr/>
          <p:nvPr/>
        </p:nvSpPr>
        <p:spPr bwMode="auto">
          <a:xfrm>
            <a:off x="595764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esp32 board 2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6578927" name=""/>
          <p:cNvSpPr/>
          <p:nvPr/>
        </p:nvSpPr>
        <p:spPr bwMode="auto">
          <a:xfrm>
            <a:off x="1812240" y="448380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esp32 camera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147707228" name=""/>
          <p:cNvCxnSpPr>
            <a:stCxn id="1586442133" idx="0"/>
            <a:endCxn id="825950056" idx="3"/>
          </p:cNvCxnSpPr>
          <p:nvPr/>
        </p:nvCxnSpPr>
        <p:spPr bwMode="auto">
          <a:xfrm rot="16199998" flipV="1">
            <a:off x="6761160" y="1536120"/>
            <a:ext cx="1629000" cy="266760"/>
          </a:xfrm>
          <a:prstGeom prst="bentConnector2">
            <a:avLst/>
          </a:prstGeom>
          <a:ln>
            <a:solidFill>
              <a:srgbClr val="43729D"/>
            </a:solidFill>
            <a:tailEnd type="arrow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7572218" name=""/>
          <p:cNvSpPr/>
          <p:nvPr/>
        </p:nvSpPr>
        <p:spPr bwMode="auto">
          <a:xfrm>
            <a:off x="188640" y="398880"/>
            <a:ext cx="11874600" cy="627228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0596787" name=""/>
          <p:cNvSpPr/>
          <p:nvPr/>
        </p:nvSpPr>
        <p:spPr bwMode="auto">
          <a:xfrm>
            <a:off x="188640" y="376020"/>
            <a:ext cx="5438880" cy="289116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429928" name=""/>
          <p:cNvSpPr/>
          <p:nvPr/>
        </p:nvSpPr>
        <p:spPr bwMode="auto">
          <a:xfrm>
            <a:off x="210816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0">
                <a:solidFill>
                  <a:schemeClr val="lt1"/>
                </a:solidFill>
                <a:latin typeface="Arial"/>
                <a:ea typeface="Arial"/>
              </a:rPr>
              <a:t>Board No.1</a:t>
            </a: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270317022" name=""/>
          <p:cNvCxnSpPr>
            <a:stCxn id="356429928" idx="3"/>
          </p:cNvCxnSpPr>
          <p:nvPr/>
        </p:nvCxnSpPr>
        <p:spPr bwMode="auto">
          <a:xfrm>
            <a:off x="3592800" y="855000"/>
            <a:ext cx="210240" cy="36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616666771" name=""/>
          <p:cNvSpPr/>
          <p:nvPr/>
        </p:nvSpPr>
        <p:spPr bwMode="auto">
          <a:xfrm>
            <a:off x="3795840" y="2483639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0">
                <a:solidFill>
                  <a:schemeClr val="lt1"/>
                </a:solidFill>
                <a:latin typeface="Arial"/>
                <a:ea typeface="Arial"/>
              </a:rPr>
              <a:t>APDS-9930</a:t>
            </a: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472201167" name=""/>
          <p:cNvCxnSpPr>
            <a:stCxn id="356429928" idx="2"/>
            <a:endCxn id="1616666771" idx="0"/>
          </p:cNvCxnSpPr>
          <p:nvPr/>
        </p:nvCxnSpPr>
        <p:spPr bwMode="auto">
          <a:xfrm rot="16199998" flipH="1">
            <a:off x="3031920" y="977400"/>
            <a:ext cx="1325160" cy="1688040"/>
          </a:xfrm>
          <a:prstGeom prst="bentConnector3">
            <a:avLst>
              <a:gd name="adj1" fmla="val 50000"/>
            </a:avLst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919707780" name=""/>
          <p:cNvSpPr/>
          <p:nvPr/>
        </p:nvSpPr>
        <p:spPr bwMode="auto">
          <a:xfrm>
            <a:off x="211500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0">
                <a:solidFill>
                  <a:schemeClr val="lt1"/>
                </a:solidFill>
                <a:latin typeface="Arial"/>
                <a:ea typeface="Arial"/>
              </a:rPr>
              <a:t>Board No.1</a:t>
            </a: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094460554" name=""/>
          <p:cNvCxnSpPr>
            <a:stCxn id="1919707780" idx="3"/>
          </p:cNvCxnSpPr>
          <p:nvPr/>
        </p:nvCxnSpPr>
        <p:spPr bwMode="auto">
          <a:xfrm>
            <a:off x="3599640" y="855000"/>
            <a:ext cx="203400" cy="72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9725967" name=""/>
          <p:cNvSpPr/>
          <p:nvPr/>
        </p:nvSpPr>
        <p:spPr bwMode="auto">
          <a:xfrm>
            <a:off x="495000" y="1320120"/>
            <a:ext cx="1992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ko-KR" sz="1800" b="0" strike="noStrike" spc="0">
                <a:solidFill>
                  <a:schemeClr val="dk1"/>
                </a:solidFill>
                <a:latin typeface="Arial"/>
                <a:ea typeface="Arial"/>
              </a:rPr>
              <a:t>주차장</a:t>
            </a:r>
            <a:r>
              <a:rPr lang="en-US" sz="1800" b="0" strike="noStrike" spc="0">
                <a:solidFill>
                  <a:schemeClr val="dk1"/>
                </a:solidFill>
                <a:latin typeface="Arial"/>
                <a:ea typeface="Arial"/>
              </a:rPr>
              <a:t> 입출차 관리</a:t>
            </a:r>
            <a:endParaRPr lang="en-US" sz="1800" b="0" strike="noStrike" spc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896053" name=""/>
          <p:cNvSpPr/>
          <p:nvPr/>
        </p:nvSpPr>
        <p:spPr bwMode="auto">
          <a:xfrm>
            <a:off x="210132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0">
                <a:solidFill>
                  <a:schemeClr val="lt1"/>
                </a:solidFill>
                <a:latin typeface="Arial"/>
                <a:ea typeface="Arial"/>
              </a:rPr>
              <a:t>Board No.1</a:t>
            </a: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054303410" name=""/>
          <p:cNvCxnSpPr/>
          <p:nvPr/>
        </p:nvCxnSpPr>
        <p:spPr bwMode="auto">
          <a:xfrm>
            <a:off x="3586320" y="855360"/>
            <a:ext cx="209880" cy="36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1301354277" name=""/>
          <p:cNvSpPr/>
          <p:nvPr/>
        </p:nvSpPr>
        <p:spPr bwMode="auto">
          <a:xfrm>
            <a:off x="3808080" y="2483639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zh-CN" sz="1800" b="0" i="0" u="none" strike="noStrike" cap="none" spc="0">
                <a:solidFill>
                  <a:schemeClr val="lt1"/>
                </a:solidFill>
                <a:latin typeface="Arial"/>
                <a:ea typeface="Arial"/>
                <a:cs typeface="Arial"/>
              </a:rPr>
              <a:t>감지 제스처 센서</a:t>
            </a:r>
            <a:br>
              <a:rPr lang="en-US" sz="1800" b="0" strike="noStrike" spc="0">
                <a:solidFill>
                  <a:schemeClr val="lt1"/>
                </a:solidFill>
                <a:latin typeface="Arial"/>
                <a:ea typeface="Arial"/>
              </a:rPr>
            </a:br>
            <a:r>
              <a:rPr lang="en-US" sz="1800" b="0" strike="noStrike" spc="0">
                <a:solidFill>
                  <a:schemeClr val="lt1"/>
                </a:solidFill>
                <a:latin typeface="Arial"/>
                <a:ea typeface="Arial"/>
              </a:rPr>
              <a:t>APDS-9930</a:t>
            </a: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012876818" name=""/>
          <p:cNvCxnSpPr/>
          <p:nvPr/>
        </p:nvCxnSpPr>
        <p:spPr bwMode="auto">
          <a:xfrm>
            <a:off x="3598560" y="855360"/>
            <a:ext cx="209520" cy="360"/>
          </a:xfrm>
          <a:prstGeom prst="straightConnector1">
            <a:avLst/>
          </a:prstGeom>
          <a:ln>
            <a:solidFill>
              <a:srgbClr val="43729D"/>
            </a:solidFill>
            <a:tailEnd type="arrow" w="med" len="med"/>
          </a:ln>
        </p:spPr>
      </p:cxnSp>
      <p:sp>
        <p:nvSpPr>
          <p:cNvPr id="25643412" name=""/>
          <p:cNvSpPr/>
          <p:nvPr/>
        </p:nvSpPr>
        <p:spPr bwMode="auto">
          <a:xfrm>
            <a:off x="3795479" y="550979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0">
                <a:solidFill>
                  <a:schemeClr val="lt1"/>
                </a:solidFill>
                <a:latin typeface="Arial"/>
                <a:ea typeface="Arial"/>
              </a:rPr>
              <a:t>1602 LCD</a:t>
            </a: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5313549" name=""/>
          <p:cNvSpPr/>
          <p:nvPr/>
        </p:nvSpPr>
        <p:spPr bwMode="auto">
          <a:xfrm>
            <a:off x="2101320" y="55152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0">
                <a:solidFill>
                  <a:schemeClr val="lt1"/>
                </a:solidFill>
                <a:latin typeface="Arial"/>
                <a:ea typeface="Arial"/>
              </a:rPr>
              <a:t>esp32 board 1</a:t>
            </a:r>
            <a:r>
              <a:rPr lang="en-US" sz="1800" b="0" strike="noStrike" spc="0">
                <a:solidFill>
                  <a:srgbClr val="FFFFFF"/>
                </a:solidFill>
                <a:latin typeface="Arial"/>
              </a:rPr>
              <a:t>_2</a:t>
            </a:r>
            <a:endParaRPr lang="en-US" sz="1800" b="0" strike="noStrike" spc="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4806404" name="" descr=""/>
          <p:cNvPicPr/>
          <p:nvPr/>
        </p:nvPicPr>
        <p:blipFill rotWithShape="1">
          <a:blip r:embed="rId3"/>
          <a:stretch/>
        </p:blipFill>
        <p:spPr bwMode="auto">
          <a:xfrm>
            <a:off x="457200" y="141120"/>
            <a:ext cx="8600760" cy="6488280"/>
          </a:xfrm>
          <a:prstGeom prst="rect">
            <a:avLst/>
          </a:prstGeom>
          <a:ln w="0">
            <a:noFill/>
          </a:ln>
        </p:spPr>
      </p:pic>
      <p:sp>
        <p:nvSpPr>
          <p:cNvPr id="864702228" name=""/>
          <p:cNvSpPr/>
          <p:nvPr/>
        </p:nvSpPr>
        <p:spPr bwMode="auto">
          <a:xfrm>
            <a:off x="685800" y="451080"/>
            <a:ext cx="1600200" cy="2436120"/>
          </a:xfrm>
          <a:prstGeom prst="rect">
            <a:avLst/>
          </a:prstGeom>
          <a:solidFill>
            <a:srgbClr val="81D41A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주차면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055013" name=""/>
          <p:cNvSpPr/>
          <p:nvPr/>
        </p:nvSpPr>
        <p:spPr bwMode="auto">
          <a:xfrm>
            <a:off x="2370600" y="457200"/>
            <a:ext cx="1600200" cy="2436120"/>
          </a:xfrm>
          <a:prstGeom prst="rect">
            <a:avLst/>
          </a:prstGeom>
          <a:solidFill>
            <a:srgbClr val="81D41A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주차면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0998603" name=""/>
          <p:cNvSpPr/>
          <p:nvPr/>
        </p:nvSpPr>
        <p:spPr bwMode="auto">
          <a:xfrm>
            <a:off x="4042800" y="457200"/>
            <a:ext cx="1600200" cy="2436120"/>
          </a:xfrm>
          <a:prstGeom prst="rect">
            <a:avLst/>
          </a:prstGeom>
          <a:solidFill>
            <a:srgbClr val="81D41A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주차면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917198" name=""/>
          <p:cNvSpPr/>
          <p:nvPr/>
        </p:nvSpPr>
        <p:spPr bwMode="auto">
          <a:xfrm>
            <a:off x="4042800" y="457200"/>
            <a:ext cx="1600200" cy="2436120"/>
          </a:xfrm>
          <a:prstGeom prst="rect">
            <a:avLst/>
          </a:prstGeom>
          <a:solidFill>
            <a:srgbClr val="81D41A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주차면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480235" name=""/>
          <p:cNvSpPr/>
          <p:nvPr/>
        </p:nvSpPr>
        <p:spPr bwMode="auto">
          <a:xfrm>
            <a:off x="5715000" y="457200"/>
            <a:ext cx="1600200" cy="2436120"/>
          </a:xfrm>
          <a:prstGeom prst="rect">
            <a:avLst/>
          </a:prstGeom>
          <a:solidFill>
            <a:srgbClr val="81D41A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주차면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008566" name=""/>
          <p:cNvSpPr/>
          <p:nvPr/>
        </p:nvSpPr>
        <p:spPr bwMode="auto">
          <a:xfrm>
            <a:off x="757800" y="19260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HAM4311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042449" name=""/>
          <p:cNvSpPr/>
          <p:nvPr/>
        </p:nvSpPr>
        <p:spPr bwMode="auto">
          <a:xfrm>
            <a:off x="2437560" y="22860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HAM4311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1648492" name=""/>
          <p:cNvSpPr/>
          <p:nvPr/>
        </p:nvSpPr>
        <p:spPr bwMode="auto">
          <a:xfrm>
            <a:off x="4078800" y="22860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HAM4311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7500113" name=""/>
          <p:cNvSpPr/>
          <p:nvPr/>
        </p:nvSpPr>
        <p:spPr bwMode="auto">
          <a:xfrm>
            <a:off x="5787000" y="22860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HAM4311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673927425" name=""/>
          <p:cNvGrpSpPr/>
          <p:nvPr/>
        </p:nvGrpSpPr>
        <p:grpSpPr bwMode="auto">
          <a:xfrm>
            <a:off x="685800" y="3655440"/>
            <a:ext cx="4343400" cy="2745360"/>
            <a:chOff x="685800" y="3655440"/>
            <a:chExt cx="4343400" cy="2745360"/>
          </a:xfrm>
        </p:grpSpPr>
        <p:sp>
          <p:nvSpPr>
            <p:cNvPr id="199" name=""/>
            <p:cNvSpPr/>
            <p:nvPr/>
          </p:nvSpPr>
          <p:spPr bwMode="auto">
            <a:xfrm>
              <a:off x="685800" y="3655440"/>
              <a:ext cx="4343400" cy="2745360"/>
            </a:xfrm>
            <a:custGeom>
              <a:avLst/>
              <a:gdLst/>
              <a:ahLst/>
              <a:cxnLst/>
              <a:rect l="0" t="0" r="r" b="b"/>
              <a:pathLst>
                <a:path w="12065" h="7626" fill="norm" stroke="1" extrusionOk="0">
                  <a:moveTo>
                    <a:pt x="7" y="0"/>
                  </a:moveTo>
                  <a:lnTo>
                    <a:pt x="12065" y="10"/>
                  </a:lnTo>
                  <a:lnTo>
                    <a:pt x="12058" y="7626"/>
                  </a:lnTo>
                  <a:lnTo>
                    <a:pt x="0" y="7616"/>
                  </a:lnTo>
                  <a:lnTo>
                    <a:pt x="7" y="0"/>
                  </a:lnTo>
                  <a:close/>
                </a:path>
              </a:pathLst>
            </a:custGeom>
            <a:solidFill>
              <a:srgbClr val="81D41A"/>
            </a:solidFill>
            <a:ln w="12600">
              <a:solidFill>
                <a:schemeClr val="accent1"/>
              </a:solidFill>
              <a:miter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0" name=""/>
            <p:cNvSpPr/>
            <p:nvPr/>
          </p:nvSpPr>
          <p:spPr bwMode="auto">
            <a:xfrm>
              <a:off x="2663280" y="4327200"/>
              <a:ext cx="345960" cy="320040"/>
            </a:xfrm>
            <a:custGeom>
              <a:avLst/>
              <a:gdLst/>
              <a:ahLst/>
              <a:cxnLst/>
              <a:rect l="0" t="0" r="r" b="b"/>
              <a:pathLst>
                <a:path w="961" h="889" fill="norm" stroke="1" extrusionOk="0">
                  <a:moveTo>
                    <a:pt x="961" y="84"/>
                  </a:moveTo>
                  <a:lnTo>
                    <a:pt x="886" y="84"/>
                  </a:lnTo>
                  <a:lnTo>
                    <a:pt x="886" y="394"/>
                  </a:lnTo>
                  <a:lnTo>
                    <a:pt x="880" y="394"/>
                  </a:lnTo>
                  <a:lnTo>
                    <a:pt x="855" y="392"/>
                  </a:lnTo>
                  <a:lnTo>
                    <a:pt x="830" y="387"/>
                  </a:lnTo>
                  <a:lnTo>
                    <a:pt x="806" y="378"/>
                  </a:lnTo>
                  <a:lnTo>
                    <a:pt x="783" y="365"/>
                  </a:lnTo>
                  <a:lnTo>
                    <a:pt x="761" y="350"/>
                  </a:lnTo>
                  <a:lnTo>
                    <a:pt x="740" y="332"/>
                  </a:lnTo>
                  <a:lnTo>
                    <a:pt x="719" y="311"/>
                  </a:lnTo>
                  <a:lnTo>
                    <a:pt x="700" y="288"/>
                  </a:lnTo>
                  <a:lnTo>
                    <a:pt x="682" y="263"/>
                  </a:lnTo>
                  <a:lnTo>
                    <a:pt x="666" y="237"/>
                  </a:lnTo>
                  <a:lnTo>
                    <a:pt x="651" y="208"/>
                  </a:lnTo>
                  <a:lnTo>
                    <a:pt x="637" y="179"/>
                  </a:lnTo>
                  <a:lnTo>
                    <a:pt x="626" y="148"/>
                  </a:lnTo>
                  <a:lnTo>
                    <a:pt x="616" y="117"/>
                  </a:lnTo>
                  <a:lnTo>
                    <a:pt x="608" y="85"/>
                  </a:lnTo>
                  <a:lnTo>
                    <a:pt x="602" y="52"/>
                  </a:lnTo>
                  <a:lnTo>
                    <a:pt x="527" y="87"/>
                  </a:lnTo>
                  <a:lnTo>
                    <a:pt x="540" y="144"/>
                  </a:lnTo>
                  <a:lnTo>
                    <a:pt x="558" y="199"/>
                  </a:lnTo>
                  <a:lnTo>
                    <a:pt x="581" y="252"/>
                  </a:lnTo>
                  <a:lnTo>
                    <a:pt x="594" y="277"/>
                  </a:lnTo>
                  <a:lnTo>
                    <a:pt x="609" y="301"/>
                  </a:lnTo>
                  <a:lnTo>
                    <a:pt x="624" y="324"/>
                  </a:lnTo>
                  <a:lnTo>
                    <a:pt x="641" y="346"/>
                  </a:lnTo>
                  <a:lnTo>
                    <a:pt x="659" y="366"/>
                  </a:lnTo>
                  <a:lnTo>
                    <a:pt x="677" y="385"/>
                  </a:lnTo>
                  <a:lnTo>
                    <a:pt x="697" y="403"/>
                  </a:lnTo>
                  <a:lnTo>
                    <a:pt x="718" y="418"/>
                  </a:lnTo>
                  <a:lnTo>
                    <a:pt x="739" y="432"/>
                  </a:lnTo>
                  <a:lnTo>
                    <a:pt x="762" y="444"/>
                  </a:lnTo>
                  <a:lnTo>
                    <a:pt x="739" y="456"/>
                  </a:lnTo>
                  <a:lnTo>
                    <a:pt x="718" y="471"/>
                  </a:lnTo>
                  <a:lnTo>
                    <a:pt x="697" y="486"/>
                  </a:lnTo>
                  <a:lnTo>
                    <a:pt x="677" y="504"/>
                  </a:lnTo>
                  <a:lnTo>
                    <a:pt x="658" y="523"/>
                  </a:lnTo>
                  <a:lnTo>
                    <a:pt x="641" y="544"/>
                  </a:lnTo>
                  <a:lnTo>
                    <a:pt x="624" y="566"/>
                  </a:lnTo>
                  <a:lnTo>
                    <a:pt x="608" y="589"/>
                  </a:lnTo>
                  <a:lnTo>
                    <a:pt x="594" y="613"/>
                  </a:lnTo>
                  <a:lnTo>
                    <a:pt x="581" y="638"/>
                  </a:lnTo>
                  <a:lnTo>
                    <a:pt x="558" y="691"/>
                  </a:lnTo>
                  <a:lnTo>
                    <a:pt x="539" y="746"/>
                  </a:lnTo>
                  <a:lnTo>
                    <a:pt x="526" y="803"/>
                  </a:lnTo>
                  <a:lnTo>
                    <a:pt x="601" y="837"/>
                  </a:lnTo>
                  <a:lnTo>
                    <a:pt x="607" y="805"/>
                  </a:lnTo>
                  <a:lnTo>
                    <a:pt x="615" y="773"/>
                  </a:lnTo>
                  <a:lnTo>
                    <a:pt x="625" y="741"/>
                  </a:lnTo>
                  <a:lnTo>
                    <a:pt x="637" y="711"/>
                  </a:lnTo>
                  <a:lnTo>
                    <a:pt x="650" y="681"/>
                  </a:lnTo>
                  <a:lnTo>
                    <a:pt x="665" y="653"/>
                  </a:lnTo>
                  <a:lnTo>
                    <a:pt x="682" y="626"/>
                  </a:lnTo>
                  <a:lnTo>
                    <a:pt x="700" y="601"/>
                  </a:lnTo>
                  <a:lnTo>
                    <a:pt x="719" y="578"/>
                  </a:lnTo>
                  <a:lnTo>
                    <a:pt x="739" y="558"/>
                  </a:lnTo>
                  <a:lnTo>
                    <a:pt x="761" y="540"/>
                  </a:lnTo>
                  <a:lnTo>
                    <a:pt x="783" y="525"/>
                  </a:lnTo>
                  <a:lnTo>
                    <a:pt x="806" y="512"/>
                  </a:lnTo>
                  <a:lnTo>
                    <a:pt x="830" y="503"/>
                  </a:lnTo>
                  <a:lnTo>
                    <a:pt x="855" y="497"/>
                  </a:lnTo>
                  <a:lnTo>
                    <a:pt x="880" y="496"/>
                  </a:lnTo>
                  <a:lnTo>
                    <a:pt x="886" y="496"/>
                  </a:lnTo>
                  <a:lnTo>
                    <a:pt x="885" y="805"/>
                  </a:lnTo>
                  <a:lnTo>
                    <a:pt x="960" y="805"/>
                  </a:lnTo>
                  <a:lnTo>
                    <a:pt x="961" y="84"/>
                  </a:lnTo>
                  <a:moveTo>
                    <a:pt x="441" y="0"/>
                  </a:moveTo>
                  <a:lnTo>
                    <a:pt x="364" y="0"/>
                  </a:lnTo>
                  <a:lnTo>
                    <a:pt x="364" y="398"/>
                  </a:lnTo>
                  <a:lnTo>
                    <a:pt x="0" y="398"/>
                  </a:lnTo>
                  <a:lnTo>
                    <a:pt x="0" y="487"/>
                  </a:lnTo>
                  <a:lnTo>
                    <a:pt x="364" y="487"/>
                  </a:lnTo>
                  <a:lnTo>
                    <a:pt x="363" y="889"/>
                  </a:lnTo>
                  <a:lnTo>
                    <a:pt x="440" y="889"/>
                  </a:lnTo>
                  <a:lnTo>
                    <a:pt x="441" y="0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1" name=""/>
            <p:cNvSpPr/>
            <p:nvPr/>
          </p:nvSpPr>
          <p:spPr bwMode="auto">
            <a:xfrm>
              <a:off x="2662200" y="4683960"/>
              <a:ext cx="369360" cy="333720"/>
            </a:xfrm>
            <a:custGeom>
              <a:avLst/>
              <a:gdLst/>
              <a:ahLst/>
              <a:cxnLst/>
              <a:rect l="0" t="0" r="r" b="b"/>
              <a:pathLst>
                <a:path w="1026" h="927" fill="norm" stroke="1" extrusionOk="0">
                  <a:moveTo>
                    <a:pt x="1007" y="248"/>
                  </a:moveTo>
                  <a:lnTo>
                    <a:pt x="849" y="248"/>
                  </a:lnTo>
                  <a:lnTo>
                    <a:pt x="849" y="27"/>
                  </a:lnTo>
                  <a:lnTo>
                    <a:pt x="773" y="27"/>
                  </a:lnTo>
                  <a:lnTo>
                    <a:pt x="773" y="249"/>
                  </a:lnTo>
                  <a:lnTo>
                    <a:pt x="695" y="249"/>
                  </a:lnTo>
                  <a:lnTo>
                    <a:pt x="662" y="248"/>
                  </a:lnTo>
                  <a:lnTo>
                    <a:pt x="629" y="244"/>
                  </a:lnTo>
                  <a:lnTo>
                    <a:pt x="597" y="239"/>
                  </a:lnTo>
                  <a:lnTo>
                    <a:pt x="565" y="231"/>
                  </a:lnTo>
                  <a:lnTo>
                    <a:pt x="533" y="221"/>
                  </a:lnTo>
                  <a:lnTo>
                    <a:pt x="503" y="208"/>
                  </a:lnTo>
                  <a:lnTo>
                    <a:pt x="473" y="194"/>
                  </a:lnTo>
                  <a:lnTo>
                    <a:pt x="444" y="179"/>
                  </a:lnTo>
                  <a:lnTo>
                    <a:pt x="417" y="161"/>
                  </a:lnTo>
                  <a:lnTo>
                    <a:pt x="391" y="142"/>
                  </a:lnTo>
                  <a:lnTo>
                    <a:pt x="366" y="122"/>
                  </a:lnTo>
                  <a:lnTo>
                    <a:pt x="344" y="100"/>
                  </a:lnTo>
                  <a:lnTo>
                    <a:pt x="323" y="77"/>
                  </a:lnTo>
                  <a:lnTo>
                    <a:pt x="304" y="52"/>
                  </a:lnTo>
                  <a:lnTo>
                    <a:pt x="287" y="26"/>
                  </a:lnTo>
                  <a:lnTo>
                    <a:pt x="272" y="0"/>
                  </a:lnTo>
                  <a:lnTo>
                    <a:pt x="200" y="51"/>
                  </a:lnTo>
                  <a:lnTo>
                    <a:pt x="211" y="72"/>
                  </a:lnTo>
                  <a:lnTo>
                    <a:pt x="224" y="92"/>
                  </a:lnTo>
                  <a:lnTo>
                    <a:pt x="238" y="111"/>
                  </a:lnTo>
                  <a:lnTo>
                    <a:pt x="253" y="130"/>
                  </a:lnTo>
                  <a:lnTo>
                    <a:pt x="269" y="149"/>
                  </a:lnTo>
                  <a:lnTo>
                    <a:pt x="287" y="166"/>
                  </a:lnTo>
                  <a:lnTo>
                    <a:pt x="306" y="183"/>
                  </a:lnTo>
                  <a:lnTo>
                    <a:pt x="326" y="199"/>
                  </a:lnTo>
                  <a:lnTo>
                    <a:pt x="368" y="228"/>
                  </a:lnTo>
                  <a:lnTo>
                    <a:pt x="414" y="255"/>
                  </a:lnTo>
                  <a:lnTo>
                    <a:pt x="463" y="277"/>
                  </a:lnTo>
                  <a:lnTo>
                    <a:pt x="515" y="295"/>
                  </a:lnTo>
                  <a:lnTo>
                    <a:pt x="467" y="312"/>
                  </a:lnTo>
                  <a:lnTo>
                    <a:pt x="421" y="333"/>
                  </a:lnTo>
                  <a:lnTo>
                    <a:pt x="378" y="358"/>
                  </a:lnTo>
                  <a:lnTo>
                    <a:pt x="338" y="386"/>
                  </a:lnTo>
                  <a:lnTo>
                    <a:pt x="302" y="417"/>
                  </a:lnTo>
                  <a:lnTo>
                    <a:pt x="285" y="434"/>
                  </a:lnTo>
                  <a:lnTo>
                    <a:pt x="269" y="451"/>
                  </a:lnTo>
                  <a:lnTo>
                    <a:pt x="255" y="469"/>
                  </a:lnTo>
                  <a:lnTo>
                    <a:pt x="241" y="487"/>
                  </a:lnTo>
                  <a:lnTo>
                    <a:pt x="229" y="507"/>
                  </a:lnTo>
                  <a:lnTo>
                    <a:pt x="218" y="526"/>
                  </a:lnTo>
                  <a:lnTo>
                    <a:pt x="290" y="577"/>
                  </a:lnTo>
                  <a:lnTo>
                    <a:pt x="305" y="551"/>
                  </a:lnTo>
                  <a:lnTo>
                    <a:pt x="321" y="527"/>
                  </a:lnTo>
                  <a:lnTo>
                    <a:pt x="340" y="503"/>
                  </a:lnTo>
                  <a:lnTo>
                    <a:pt x="361" y="480"/>
                  </a:lnTo>
                  <a:lnTo>
                    <a:pt x="383" y="459"/>
                  </a:lnTo>
                  <a:lnTo>
                    <a:pt x="407" y="439"/>
                  </a:lnTo>
                  <a:lnTo>
                    <a:pt x="432" y="421"/>
                  </a:lnTo>
                  <a:lnTo>
                    <a:pt x="458" y="404"/>
                  </a:lnTo>
                  <a:lnTo>
                    <a:pt x="485" y="389"/>
                  </a:lnTo>
                  <a:lnTo>
                    <a:pt x="514" y="376"/>
                  </a:lnTo>
                  <a:lnTo>
                    <a:pt x="543" y="365"/>
                  </a:lnTo>
                  <a:lnTo>
                    <a:pt x="572" y="355"/>
                  </a:lnTo>
                  <a:lnTo>
                    <a:pt x="603" y="347"/>
                  </a:lnTo>
                  <a:lnTo>
                    <a:pt x="633" y="342"/>
                  </a:lnTo>
                  <a:lnTo>
                    <a:pt x="664" y="339"/>
                  </a:lnTo>
                  <a:lnTo>
                    <a:pt x="695" y="337"/>
                  </a:lnTo>
                  <a:lnTo>
                    <a:pt x="773" y="337"/>
                  </a:lnTo>
                  <a:lnTo>
                    <a:pt x="773" y="556"/>
                  </a:lnTo>
                  <a:lnTo>
                    <a:pt x="848" y="556"/>
                  </a:lnTo>
                  <a:lnTo>
                    <a:pt x="849" y="339"/>
                  </a:lnTo>
                  <a:lnTo>
                    <a:pt x="1007" y="339"/>
                  </a:lnTo>
                  <a:lnTo>
                    <a:pt x="1007" y="248"/>
                  </a:lnTo>
                  <a:moveTo>
                    <a:pt x="1026" y="676"/>
                  </a:moveTo>
                  <a:lnTo>
                    <a:pt x="1" y="675"/>
                  </a:lnTo>
                  <a:lnTo>
                    <a:pt x="0" y="765"/>
                  </a:lnTo>
                  <a:lnTo>
                    <a:pt x="527" y="766"/>
                  </a:lnTo>
                  <a:lnTo>
                    <a:pt x="527" y="927"/>
                  </a:lnTo>
                  <a:lnTo>
                    <a:pt x="606" y="927"/>
                  </a:lnTo>
                  <a:lnTo>
                    <a:pt x="606" y="766"/>
                  </a:lnTo>
                  <a:lnTo>
                    <a:pt x="1026" y="766"/>
                  </a:lnTo>
                  <a:lnTo>
                    <a:pt x="1026" y="676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2" name=""/>
            <p:cNvSpPr/>
            <p:nvPr/>
          </p:nvSpPr>
          <p:spPr bwMode="auto">
            <a:xfrm>
              <a:off x="2662200" y="5063039"/>
              <a:ext cx="369000" cy="315000"/>
            </a:xfrm>
            <a:custGeom>
              <a:avLst/>
              <a:gdLst/>
              <a:ahLst/>
              <a:cxnLst/>
              <a:rect l="0" t="0" r="r" b="b"/>
              <a:pathLst>
                <a:path w="1025" h="875" fill="norm" stroke="1" extrusionOk="0">
                  <a:moveTo>
                    <a:pt x="933" y="0"/>
                  </a:moveTo>
                  <a:lnTo>
                    <a:pt x="247" y="0"/>
                  </a:lnTo>
                  <a:lnTo>
                    <a:pt x="247" y="77"/>
                  </a:lnTo>
                  <a:lnTo>
                    <a:pt x="248" y="206"/>
                  </a:lnTo>
                  <a:lnTo>
                    <a:pt x="253" y="321"/>
                  </a:lnTo>
                  <a:lnTo>
                    <a:pt x="263" y="430"/>
                  </a:lnTo>
                  <a:lnTo>
                    <a:pt x="280" y="540"/>
                  </a:lnTo>
                  <a:lnTo>
                    <a:pt x="357" y="532"/>
                  </a:lnTo>
                  <a:lnTo>
                    <a:pt x="340" y="426"/>
                  </a:lnTo>
                  <a:lnTo>
                    <a:pt x="330" y="321"/>
                  </a:lnTo>
                  <a:lnTo>
                    <a:pt x="325" y="212"/>
                  </a:lnTo>
                  <a:lnTo>
                    <a:pt x="324" y="90"/>
                  </a:lnTo>
                  <a:lnTo>
                    <a:pt x="569" y="90"/>
                  </a:lnTo>
                  <a:lnTo>
                    <a:pt x="569" y="436"/>
                  </a:lnTo>
                  <a:lnTo>
                    <a:pt x="644" y="436"/>
                  </a:lnTo>
                  <a:lnTo>
                    <a:pt x="645" y="90"/>
                  </a:lnTo>
                  <a:lnTo>
                    <a:pt x="855" y="90"/>
                  </a:lnTo>
                  <a:lnTo>
                    <a:pt x="855" y="458"/>
                  </a:lnTo>
                  <a:lnTo>
                    <a:pt x="933" y="458"/>
                  </a:lnTo>
                  <a:lnTo>
                    <a:pt x="933" y="0"/>
                  </a:lnTo>
                  <a:moveTo>
                    <a:pt x="1025" y="624"/>
                  </a:moveTo>
                  <a:lnTo>
                    <a:pt x="0" y="623"/>
                  </a:lnTo>
                  <a:lnTo>
                    <a:pt x="0" y="713"/>
                  </a:lnTo>
                  <a:lnTo>
                    <a:pt x="535" y="714"/>
                  </a:lnTo>
                  <a:lnTo>
                    <a:pt x="535" y="875"/>
                  </a:lnTo>
                  <a:lnTo>
                    <a:pt x="614" y="875"/>
                  </a:lnTo>
                  <a:lnTo>
                    <a:pt x="614" y="714"/>
                  </a:lnTo>
                  <a:lnTo>
                    <a:pt x="1025" y="714"/>
                  </a:lnTo>
                  <a:lnTo>
                    <a:pt x="1025" y="624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3" name=""/>
            <p:cNvSpPr/>
            <p:nvPr/>
          </p:nvSpPr>
          <p:spPr bwMode="auto">
            <a:xfrm>
              <a:off x="2661840" y="5406840"/>
              <a:ext cx="368640" cy="292680"/>
            </a:xfrm>
            <a:custGeom>
              <a:avLst/>
              <a:gdLst/>
              <a:ahLst/>
              <a:cxnLst/>
              <a:rect l="0" t="0" r="r" b="b"/>
              <a:pathLst>
                <a:path w="1024" h="813" fill="norm" stroke="1" extrusionOk="0">
                  <a:moveTo>
                    <a:pt x="974" y="322"/>
                  </a:moveTo>
                  <a:lnTo>
                    <a:pt x="973" y="295"/>
                  </a:lnTo>
                  <a:lnTo>
                    <a:pt x="971" y="269"/>
                  </a:lnTo>
                  <a:lnTo>
                    <a:pt x="966" y="245"/>
                  </a:lnTo>
                  <a:lnTo>
                    <a:pt x="960" y="222"/>
                  </a:lnTo>
                  <a:lnTo>
                    <a:pt x="952" y="200"/>
                  </a:lnTo>
                  <a:lnTo>
                    <a:pt x="942" y="179"/>
                  </a:lnTo>
                  <a:lnTo>
                    <a:pt x="931" y="161"/>
                  </a:lnTo>
                  <a:lnTo>
                    <a:pt x="919" y="143"/>
                  </a:lnTo>
                  <a:lnTo>
                    <a:pt x="905" y="128"/>
                  </a:lnTo>
                  <a:lnTo>
                    <a:pt x="890" y="114"/>
                  </a:lnTo>
                  <a:lnTo>
                    <a:pt x="873" y="102"/>
                  </a:lnTo>
                  <a:lnTo>
                    <a:pt x="855" y="93"/>
                  </a:lnTo>
                  <a:lnTo>
                    <a:pt x="836" y="85"/>
                  </a:lnTo>
                  <a:lnTo>
                    <a:pt x="816" y="79"/>
                  </a:lnTo>
                  <a:lnTo>
                    <a:pt x="795" y="76"/>
                  </a:lnTo>
                  <a:lnTo>
                    <a:pt x="773" y="74"/>
                  </a:lnTo>
                  <a:lnTo>
                    <a:pt x="751" y="76"/>
                  </a:lnTo>
                  <a:lnTo>
                    <a:pt x="729" y="79"/>
                  </a:lnTo>
                  <a:lnTo>
                    <a:pt x="709" y="85"/>
                  </a:lnTo>
                  <a:lnTo>
                    <a:pt x="690" y="93"/>
                  </a:lnTo>
                  <a:lnTo>
                    <a:pt x="672" y="102"/>
                  </a:lnTo>
                  <a:lnTo>
                    <a:pt x="656" y="114"/>
                  </a:lnTo>
                  <a:lnTo>
                    <a:pt x="641" y="128"/>
                  </a:lnTo>
                  <a:lnTo>
                    <a:pt x="627" y="143"/>
                  </a:lnTo>
                  <a:lnTo>
                    <a:pt x="614" y="160"/>
                  </a:lnTo>
                  <a:lnTo>
                    <a:pt x="603" y="179"/>
                  </a:lnTo>
                  <a:lnTo>
                    <a:pt x="594" y="199"/>
                  </a:lnTo>
                  <a:lnTo>
                    <a:pt x="586" y="221"/>
                  </a:lnTo>
                  <a:lnTo>
                    <a:pt x="580" y="244"/>
                  </a:lnTo>
                  <a:lnTo>
                    <a:pt x="575" y="269"/>
                  </a:lnTo>
                  <a:lnTo>
                    <a:pt x="573" y="295"/>
                  </a:lnTo>
                  <a:lnTo>
                    <a:pt x="572" y="321"/>
                  </a:lnTo>
                  <a:lnTo>
                    <a:pt x="573" y="348"/>
                  </a:lnTo>
                  <a:lnTo>
                    <a:pt x="575" y="373"/>
                  </a:lnTo>
                  <a:lnTo>
                    <a:pt x="580" y="398"/>
                  </a:lnTo>
                  <a:lnTo>
                    <a:pt x="586" y="421"/>
                  </a:lnTo>
                  <a:lnTo>
                    <a:pt x="594" y="443"/>
                  </a:lnTo>
                  <a:lnTo>
                    <a:pt x="603" y="463"/>
                  </a:lnTo>
                  <a:lnTo>
                    <a:pt x="614" y="482"/>
                  </a:lnTo>
                  <a:lnTo>
                    <a:pt x="626" y="499"/>
                  </a:lnTo>
                  <a:lnTo>
                    <a:pt x="640" y="515"/>
                  </a:lnTo>
                  <a:lnTo>
                    <a:pt x="655" y="528"/>
                  </a:lnTo>
                  <a:lnTo>
                    <a:pt x="672" y="540"/>
                  </a:lnTo>
                  <a:lnTo>
                    <a:pt x="690" y="550"/>
                  </a:lnTo>
                  <a:lnTo>
                    <a:pt x="709" y="558"/>
                  </a:lnTo>
                  <a:lnTo>
                    <a:pt x="729" y="564"/>
                  </a:lnTo>
                  <a:lnTo>
                    <a:pt x="750" y="567"/>
                  </a:lnTo>
                  <a:lnTo>
                    <a:pt x="773" y="568"/>
                  </a:lnTo>
                  <a:lnTo>
                    <a:pt x="795" y="567"/>
                  </a:lnTo>
                  <a:lnTo>
                    <a:pt x="816" y="564"/>
                  </a:lnTo>
                  <a:lnTo>
                    <a:pt x="836" y="558"/>
                  </a:lnTo>
                  <a:lnTo>
                    <a:pt x="855" y="550"/>
                  </a:lnTo>
                  <a:lnTo>
                    <a:pt x="873" y="540"/>
                  </a:lnTo>
                  <a:lnTo>
                    <a:pt x="889" y="529"/>
                  </a:lnTo>
                  <a:lnTo>
                    <a:pt x="905" y="515"/>
                  </a:lnTo>
                  <a:lnTo>
                    <a:pt x="918" y="499"/>
                  </a:lnTo>
                  <a:lnTo>
                    <a:pt x="931" y="482"/>
                  </a:lnTo>
                  <a:lnTo>
                    <a:pt x="942" y="463"/>
                  </a:lnTo>
                  <a:lnTo>
                    <a:pt x="952" y="443"/>
                  </a:lnTo>
                  <a:lnTo>
                    <a:pt x="960" y="421"/>
                  </a:lnTo>
                  <a:lnTo>
                    <a:pt x="966" y="398"/>
                  </a:lnTo>
                  <a:lnTo>
                    <a:pt x="971" y="374"/>
                  </a:lnTo>
                  <a:lnTo>
                    <a:pt x="973" y="348"/>
                  </a:lnTo>
                  <a:lnTo>
                    <a:pt x="974" y="322"/>
                  </a:lnTo>
                  <a:moveTo>
                    <a:pt x="902" y="322"/>
                  </a:moveTo>
                  <a:lnTo>
                    <a:pt x="901" y="339"/>
                  </a:lnTo>
                  <a:lnTo>
                    <a:pt x="899" y="356"/>
                  </a:lnTo>
                  <a:lnTo>
                    <a:pt x="896" y="372"/>
                  </a:lnTo>
                  <a:lnTo>
                    <a:pt x="892" y="387"/>
                  </a:lnTo>
                  <a:lnTo>
                    <a:pt x="887" y="401"/>
                  </a:lnTo>
                  <a:lnTo>
                    <a:pt x="881" y="414"/>
                  </a:lnTo>
                  <a:lnTo>
                    <a:pt x="874" y="426"/>
                  </a:lnTo>
                  <a:lnTo>
                    <a:pt x="866" y="438"/>
                  </a:lnTo>
                  <a:lnTo>
                    <a:pt x="857" y="448"/>
                  </a:lnTo>
                  <a:lnTo>
                    <a:pt x="847" y="457"/>
                  </a:lnTo>
                  <a:lnTo>
                    <a:pt x="836" y="464"/>
                  </a:lnTo>
                  <a:lnTo>
                    <a:pt x="825" y="471"/>
                  </a:lnTo>
                  <a:lnTo>
                    <a:pt x="813" y="476"/>
                  </a:lnTo>
                  <a:lnTo>
                    <a:pt x="800" y="479"/>
                  </a:lnTo>
                  <a:lnTo>
                    <a:pt x="787" y="482"/>
                  </a:lnTo>
                  <a:lnTo>
                    <a:pt x="773" y="482"/>
                  </a:lnTo>
                  <a:lnTo>
                    <a:pt x="759" y="482"/>
                  </a:lnTo>
                  <a:lnTo>
                    <a:pt x="745" y="479"/>
                  </a:lnTo>
                  <a:lnTo>
                    <a:pt x="732" y="476"/>
                  </a:lnTo>
                  <a:lnTo>
                    <a:pt x="720" y="471"/>
                  </a:lnTo>
                  <a:lnTo>
                    <a:pt x="708" y="464"/>
                  </a:lnTo>
                  <a:lnTo>
                    <a:pt x="698" y="456"/>
                  </a:lnTo>
                  <a:lnTo>
                    <a:pt x="688" y="447"/>
                  </a:lnTo>
                  <a:lnTo>
                    <a:pt x="679" y="437"/>
                  </a:lnTo>
                  <a:lnTo>
                    <a:pt x="671" y="426"/>
                  </a:lnTo>
                  <a:lnTo>
                    <a:pt x="664" y="414"/>
                  </a:lnTo>
                  <a:lnTo>
                    <a:pt x="658" y="401"/>
                  </a:lnTo>
                  <a:lnTo>
                    <a:pt x="653" y="386"/>
                  </a:lnTo>
                  <a:lnTo>
                    <a:pt x="649" y="371"/>
                  </a:lnTo>
                  <a:lnTo>
                    <a:pt x="646" y="355"/>
                  </a:lnTo>
                  <a:lnTo>
                    <a:pt x="645" y="339"/>
                  </a:lnTo>
                  <a:lnTo>
                    <a:pt x="644" y="321"/>
                  </a:lnTo>
                  <a:lnTo>
                    <a:pt x="645" y="304"/>
                  </a:lnTo>
                  <a:lnTo>
                    <a:pt x="646" y="287"/>
                  </a:lnTo>
                  <a:lnTo>
                    <a:pt x="649" y="271"/>
                  </a:lnTo>
                  <a:lnTo>
                    <a:pt x="653" y="256"/>
                  </a:lnTo>
                  <a:lnTo>
                    <a:pt x="658" y="241"/>
                  </a:lnTo>
                  <a:lnTo>
                    <a:pt x="664" y="228"/>
                  </a:lnTo>
                  <a:lnTo>
                    <a:pt x="671" y="216"/>
                  </a:lnTo>
                  <a:lnTo>
                    <a:pt x="679" y="204"/>
                  </a:lnTo>
                  <a:lnTo>
                    <a:pt x="688" y="194"/>
                  </a:lnTo>
                  <a:lnTo>
                    <a:pt x="698" y="185"/>
                  </a:lnTo>
                  <a:lnTo>
                    <a:pt x="709" y="178"/>
                  </a:lnTo>
                  <a:lnTo>
                    <a:pt x="720" y="171"/>
                  </a:lnTo>
                  <a:lnTo>
                    <a:pt x="732" y="166"/>
                  </a:lnTo>
                  <a:lnTo>
                    <a:pt x="745" y="162"/>
                  </a:lnTo>
                  <a:lnTo>
                    <a:pt x="759" y="160"/>
                  </a:lnTo>
                  <a:lnTo>
                    <a:pt x="773" y="159"/>
                  </a:lnTo>
                  <a:lnTo>
                    <a:pt x="787" y="160"/>
                  </a:lnTo>
                  <a:lnTo>
                    <a:pt x="800" y="162"/>
                  </a:lnTo>
                  <a:lnTo>
                    <a:pt x="813" y="166"/>
                  </a:lnTo>
                  <a:lnTo>
                    <a:pt x="825" y="171"/>
                  </a:lnTo>
                  <a:lnTo>
                    <a:pt x="837" y="178"/>
                  </a:lnTo>
                  <a:lnTo>
                    <a:pt x="847" y="185"/>
                  </a:lnTo>
                  <a:lnTo>
                    <a:pt x="857" y="194"/>
                  </a:lnTo>
                  <a:lnTo>
                    <a:pt x="866" y="205"/>
                  </a:lnTo>
                  <a:lnTo>
                    <a:pt x="874" y="216"/>
                  </a:lnTo>
                  <a:lnTo>
                    <a:pt x="881" y="228"/>
                  </a:lnTo>
                  <a:lnTo>
                    <a:pt x="887" y="242"/>
                  </a:lnTo>
                  <a:lnTo>
                    <a:pt x="893" y="256"/>
                  </a:lnTo>
                  <a:lnTo>
                    <a:pt x="897" y="271"/>
                  </a:lnTo>
                  <a:lnTo>
                    <a:pt x="900" y="287"/>
                  </a:lnTo>
                  <a:lnTo>
                    <a:pt x="901" y="304"/>
                  </a:lnTo>
                  <a:lnTo>
                    <a:pt x="902" y="322"/>
                  </a:lnTo>
                  <a:moveTo>
                    <a:pt x="407" y="12"/>
                  </a:moveTo>
                  <a:lnTo>
                    <a:pt x="411" y="271"/>
                  </a:lnTo>
                  <a:lnTo>
                    <a:pt x="32" y="271"/>
                  </a:lnTo>
                  <a:lnTo>
                    <a:pt x="32" y="361"/>
                  </a:lnTo>
                  <a:lnTo>
                    <a:pt x="416" y="361"/>
                  </a:lnTo>
                  <a:lnTo>
                    <a:pt x="421" y="434"/>
                  </a:lnTo>
                  <a:lnTo>
                    <a:pt x="428" y="508"/>
                  </a:lnTo>
                  <a:lnTo>
                    <a:pt x="437" y="581"/>
                  </a:lnTo>
                  <a:lnTo>
                    <a:pt x="448" y="653"/>
                  </a:lnTo>
                  <a:lnTo>
                    <a:pt x="519" y="648"/>
                  </a:lnTo>
                  <a:lnTo>
                    <a:pt x="508" y="566"/>
                  </a:lnTo>
                  <a:lnTo>
                    <a:pt x="500" y="482"/>
                  </a:lnTo>
                  <a:lnTo>
                    <a:pt x="491" y="313"/>
                  </a:lnTo>
                  <a:lnTo>
                    <a:pt x="486" y="0"/>
                  </a:lnTo>
                  <a:lnTo>
                    <a:pt x="407" y="12"/>
                  </a:lnTo>
                  <a:moveTo>
                    <a:pt x="326" y="500"/>
                  </a:moveTo>
                  <a:lnTo>
                    <a:pt x="252" y="499"/>
                  </a:lnTo>
                  <a:lnTo>
                    <a:pt x="252" y="721"/>
                  </a:lnTo>
                  <a:lnTo>
                    <a:pt x="0" y="721"/>
                  </a:lnTo>
                  <a:lnTo>
                    <a:pt x="0" y="813"/>
                  </a:lnTo>
                  <a:lnTo>
                    <a:pt x="1024" y="813"/>
                  </a:lnTo>
                  <a:lnTo>
                    <a:pt x="1024" y="722"/>
                  </a:lnTo>
                  <a:lnTo>
                    <a:pt x="325" y="721"/>
                  </a:lnTo>
                  <a:lnTo>
                    <a:pt x="326" y="500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17500250" name=""/>
          <p:cNvGrpSpPr/>
          <p:nvPr/>
        </p:nvGrpSpPr>
        <p:grpSpPr bwMode="auto">
          <a:xfrm>
            <a:off x="686160" y="3655440"/>
            <a:ext cx="4343400" cy="2745360"/>
            <a:chOff x="686160" y="3655440"/>
            <a:chExt cx="4343400" cy="2745360"/>
          </a:xfrm>
        </p:grpSpPr>
        <p:sp>
          <p:nvSpPr>
            <p:cNvPr id="205" name=""/>
            <p:cNvSpPr/>
            <p:nvPr/>
          </p:nvSpPr>
          <p:spPr bwMode="auto">
            <a:xfrm>
              <a:off x="686160" y="3655440"/>
              <a:ext cx="4343400" cy="2745360"/>
            </a:xfrm>
            <a:custGeom>
              <a:avLst/>
              <a:gdLst/>
              <a:ahLst/>
              <a:cxnLst/>
              <a:rect l="0" t="0" r="r" b="b"/>
              <a:pathLst>
                <a:path w="12065" h="7626" fill="norm" stroke="1" extrusionOk="0">
                  <a:moveTo>
                    <a:pt x="7" y="0"/>
                  </a:moveTo>
                  <a:lnTo>
                    <a:pt x="12065" y="10"/>
                  </a:lnTo>
                  <a:lnTo>
                    <a:pt x="12058" y="7626"/>
                  </a:lnTo>
                  <a:lnTo>
                    <a:pt x="0" y="7616"/>
                  </a:lnTo>
                  <a:lnTo>
                    <a:pt x="7" y="0"/>
                  </a:lnTo>
                  <a:close/>
                </a:path>
              </a:pathLst>
            </a:custGeom>
            <a:solidFill>
              <a:srgbClr val="81D41A"/>
            </a:solidFill>
            <a:ln w="12600">
              <a:solidFill>
                <a:schemeClr val="accent1"/>
              </a:solidFill>
              <a:miter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6" name=""/>
            <p:cNvSpPr/>
            <p:nvPr/>
          </p:nvSpPr>
          <p:spPr bwMode="auto">
            <a:xfrm>
              <a:off x="2663640" y="4327200"/>
              <a:ext cx="345960" cy="320040"/>
            </a:xfrm>
            <a:custGeom>
              <a:avLst/>
              <a:gdLst/>
              <a:ahLst/>
              <a:cxnLst/>
              <a:rect l="0" t="0" r="r" b="b"/>
              <a:pathLst>
                <a:path w="961" h="889" fill="norm" stroke="1" extrusionOk="0">
                  <a:moveTo>
                    <a:pt x="961" y="84"/>
                  </a:moveTo>
                  <a:lnTo>
                    <a:pt x="886" y="84"/>
                  </a:lnTo>
                  <a:lnTo>
                    <a:pt x="886" y="394"/>
                  </a:lnTo>
                  <a:lnTo>
                    <a:pt x="880" y="394"/>
                  </a:lnTo>
                  <a:lnTo>
                    <a:pt x="855" y="392"/>
                  </a:lnTo>
                  <a:lnTo>
                    <a:pt x="830" y="387"/>
                  </a:lnTo>
                  <a:lnTo>
                    <a:pt x="806" y="378"/>
                  </a:lnTo>
                  <a:lnTo>
                    <a:pt x="783" y="365"/>
                  </a:lnTo>
                  <a:lnTo>
                    <a:pt x="761" y="350"/>
                  </a:lnTo>
                  <a:lnTo>
                    <a:pt x="740" y="332"/>
                  </a:lnTo>
                  <a:lnTo>
                    <a:pt x="719" y="311"/>
                  </a:lnTo>
                  <a:lnTo>
                    <a:pt x="700" y="288"/>
                  </a:lnTo>
                  <a:lnTo>
                    <a:pt x="682" y="263"/>
                  </a:lnTo>
                  <a:lnTo>
                    <a:pt x="666" y="237"/>
                  </a:lnTo>
                  <a:lnTo>
                    <a:pt x="651" y="208"/>
                  </a:lnTo>
                  <a:lnTo>
                    <a:pt x="637" y="179"/>
                  </a:lnTo>
                  <a:lnTo>
                    <a:pt x="626" y="148"/>
                  </a:lnTo>
                  <a:lnTo>
                    <a:pt x="616" y="117"/>
                  </a:lnTo>
                  <a:lnTo>
                    <a:pt x="608" y="85"/>
                  </a:lnTo>
                  <a:lnTo>
                    <a:pt x="602" y="52"/>
                  </a:lnTo>
                  <a:lnTo>
                    <a:pt x="527" y="87"/>
                  </a:lnTo>
                  <a:lnTo>
                    <a:pt x="540" y="144"/>
                  </a:lnTo>
                  <a:lnTo>
                    <a:pt x="558" y="199"/>
                  </a:lnTo>
                  <a:lnTo>
                    <a:pt x="581" y="252"/>
                  </a:lnTo>
                  <a:lnTo>
                    <a:pt x="594" y="277"/>
                  </a:lnTo>
                  <a:lnTo>
                    <a:pt x="609" y="301"/>
                  </a:lnTo>
                  <a:lnTo>
                    <a:pt x="624" y="324"/>
                  </a:lnTo>
                  <a:lnTo>
                    <a:pt x="641" y="346"/>
                  </a:lnTo>
                  <a:lnTo>
                    <a:pt x="659" y="366"/>
                  </a:lnTo>
                  <a:lnTo>
                    <a:pt x="677" y="385"/>
                  </a:lnTo>
                  <a:lnTo>
                    <a:pt x="697" y="403"/>
                  </a:lnTo>
                  <a:lnTo>
                    <a:pt x="718" y="418"/>
                  </a:lnTo>
                  <a:lnTo>
                    <a:pt x="739" y="432"/>
                  </a:lnTo>
                  <a:lnTo>
                    <a:pt x="762" y="444"/>
                  </a:lnTo>
                  <a:lnTo>
                    <a:pt x="739" y="456"/>
                  </a:lnTo>
                  <a:lnTo>
                    <a:pt x="718" y="471"/>
                  </a:lnTo>
                  <a:lnTo>
                    <a:pt x="697" y="486"/>
                  </a:lnTo>
                  <a:lnTo>
                    <a:pt x="677" y="504"/>
                  </a:lnTo>
                  <a:lnTo>
                    <a:pt x="658" y="523"/>
                  </a:lnTo>
                  <a:lnTo>
                    <a:pt x="641" y="544"/>
                  </a:lnTo>
                  <a:lnTo>
                    <a:pt x="624" y="566"/>
                  </a:lnTo>
                  <a:lnTo>
                    <a:pt x="608" y="589"/>
                  </a:lnTo>
                  <a:lnTo>
                    <a:pt x="594" y="613"/>
                  </a:lnTo>
                  <a:lnTo>
                    <a:pt x="581" y="638"/>
                  </a:lnTo>
                  <a:lnTo>
                    <a:pt x="558" y="691"/>
                  </a:lnTo>
                  <a:lnTo>
                    <a:pt x="539" y="746"/>
                  </a:lnTo>
                  <a:lnTo>
                    <a:pt x="526" y="803"/>
                  </a:lnTo>
                  <a:lnTo>
                    <a:pt x="601" y="837"/>
                  </a:lnTo>
                  <a:lnTo>
                    <a:pt x="607" y="805"/>
                  </a:lnTo>
                  <a:lnTo>
                    <a:pt x="615" y="773"/>
                  </a:lnTo>
                  <a:lnTo>
                    <a:pt x="625" y="741"/>
                  </a:lnTo>
                  <a:lnTo>
                    <a:pt x="637" y="711"/>
                  </a:lnTo>
                  <a:lnTo>
                    <a:pt x="650" y="681"/>
                  </a:lnTo>
                  <a:lnTo>
                    <a:pt x="665" y="653"/>
                  </a:lnTo>
                  <a:lnTo>
                    <a:pt x="682" y="626"/>
                  </a:lnTo>
                  <a:lnTo>
                    <a:pt x="700" y="601"/>
                  </a:lnTo>
                  <a:lnTo>
                    <a:pt x="719" y="578"/>
                  </a:lnTo>
                  <a:lnTo>
                    <a:pt x="739" y="558"/>
                  </a:lnTo>
                  <a:lnTo>
                    <a:pt x="761" y="540"/>
                  </a:lnTo>
                  <a:lnTo>
                    <a:pt x="783" y="525"/>
                  </a:lnTo>
                  <a:lnTo>
                    <a:pt x="806" y="512"/>
                  </a:lnTo>
                  <a:lnTo>
                    <a:pt x="830" y="503"/>
                  </a:lnTo>
                  <a:lnTo>
                    <a:pt x="855" y="497"/>
                  </a:lnTo>
                  <a:lnTo>
                    <a:pt x="880" y="496"/>
                  </a:lnTo>
                  <a:lnTo>
                    <a:pt x="886" y="496"/>
                  </a:lnTo>
                  <a:lnTo>
                    <a:pt x="885" y="805"/>
                  </a:lnTo>
                  <a:lnTo>
                    <a:pt x="960" y="805"/>
                  </a:lnTo>
                  <a:lnTo>
                    <a:pt x="961" y="84"/>
                  </a:lnTo>
                  <a:moveTo>
                    <a:pt x="441" y="0"/>
                  </a:moveTo>
                  <a:lnTo>
                    <a:pt x="364" y="0"/>
                  </a:lnTo>
                  <a:lnTo>
                    <a:pt x="364" y="398"/>
                  </a:lnTo>
                  <a:lnTo>
                    <a:pt x="0" y="398"/>
                  </a:lnTo>
                  <a:lnTo>
                    <a:pt x="0" y="487"/>
                  </a:lnTo>
                  <a:lnTo>
                    <a:pt x="364" y="487"/>
                  </a:lnTo>
                  <a:lnTo>
                    <a:pt x="363" y="889"/>
                  </a:lnTo>
                  <a:lnTo>
                    <a:pt x="440" y="889"/>
                  </a:lnTo>
                  <a:lnTo>
                    <a:pt x="441" y="0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7" name=""/>
            <p:cNvSpPr/>
            <p:nvPr/>
          </p:nvSpPr>
          <p:spPr bwMode="auto">
            <a:xfrm>
              <a:off x="2662560" y="4683960"/>
              <a:ext cx="369360" cy="333720"/>
            </a:xfrm>
            <a:custGeom>
              <a:avLst/>
              <a:gdLst/>
              <a:ahLst/>
              <a:cxnLst/>
              <a:rect l="0" t="0" r="r" b="b"/>
              <a:pathLst>
                <a:path w="1026" h="927" fill="norm" stroke="1" extrusionOk="0">
                  <a:moveTo>
                    <a:pt x="1007" y="248"/>
                  </a:moveTo>
                  <a:lnTo>
                    <a:pt x="849" y="248"/>
                  </a:lnTo>
                  <a:lnTo>
                    <a:pt x="849" y="27"/>
                  </a:lnTo>
                  <a:lnTo>
                    <a:pt x="773" y="27"/>
                  </a:lnTo>
                  <a:lnTo>
                    <a:pt x="773" y="249"/>
                  </a:lnTo>
                  <a:lnTo>
                    <a:pt x="695" y="249"/>
                  </a:lnTo>
                  <a:lnTo>
                    <a:pt x="662" y="248"/>
                  </a:lnTo>
                  <a:lnTo>
                    <a:pt x="629" y="244"/>
                  </a:lnTo>
                  <a:lnTo>
                    <a:pt x="597" y="239"/>
                  </a:lnTo>
                  <a:lnTo>
                    <a:pt x="565" y="231"/>
                  </a:lnTo>
                  <a:lnTo>
                    <a:pt x="533" y="221"/>
                  </a:lnTo>
                  <a:lnTo>
                    <a:pt x="503" y="208"/>
                  </a:lnTo>
                  <a:lnTo>
                    <a:pt x="473" y="194"/>
                  </a:lnTo>
                  <a:lnTo>
                    <a:pt x="444" y="179"/>
                  </a:lnTo>
                  <a:lnTo>
                    <a:pt x="417" y="161"/>
                  </a:lnTo>
                  <a:lnTo>
                    <a:pt x="391" y="142"/>
                  </a:lnTo>
                  <a:lnTo>
                    <a:pt x="366" y="122"/>
                  </a:lnTo>
                  <a:lnTo>
                    <a:pt x="344" y="100"/>
                  </a:lnTo>
                  <a:lnTo>
                    <a:pt x="323" y="77"/>
                  </a:lnTo>
                  <a:lnTo>
                    <a:pt x="304" y="52"/>
                  </a:lnTo>
                  <a:lnTo>
                    <a:pt x="287" y="26"/>
                  </a:lnTo>
                  <a:lnTo>
                    <a:pt x="272" y="0"/>
                  </a:lnTo>
                  <a:lnTo>
                    <a:pt x="200" y="51"/>
                  </a:lnTo>
                  <a:lnTo>
                    <a:pt x="211" y="72"/>
                  </a:lnTo>
                  <a:lnTo>
                    <a:pt x="224" y="92"/>
                  </a:lnTo>
                  <a:lnTo>
                    <a:pt x="238" y="111"/>
                  </a:lnTo>
                  <a:lnTo>
                    <a:pt x="253" y="130"/>
                  </a:lnTo>
                  <a:lnTo>
                    <a:pt x="269" y="149"/>
                  </a:lnTo>
                  <a:lnTo>
                    <a:pt x="287" y="166"/>
                  </a:lnTo>
                  <a:lnTo>
                    <a:pt x="306" y="183"/>
                  </a:lnTo>
                  <a:lnTo>
                    <a:pt x="326" y="199"/>
                  </a:lnTo>
                  <a:lnTo>
                    <a:pt x="368" y="228"/>
                  </a:lnTo>
                  <a:lnTo>
                    <a:pt x="414" y="255"/>
                  </a:lnTo>
                  <a:lnTo>
                    <a:pt x="463" y="277"/>
                  </a:lnTo>
                  <a:lnTo>
                    <a:pt x="515" y="295"/>
                  </a:lnTo>
                  <a:lnTo>
                    <a:pt x="467" y="312"/>
                  </a:lnTo>
                  <a:lnTo>
                    <a:pt x="421" y="333"/>
                  </a:lnTo>
                  <a:lnTo>
                    <a:pt x="378" y="358"/>
                  </a:lnTo>
                  <a:lnTo>
                    <a:pt x="338" y="386"/>
                  </a:lnTo>
                  <a:lnTo>
                    <a:pt x="302" y="417"/>
                  </a:lnTo>
                  <a:lnTo>
                    <a:pt x="285" y="434"/>
                  </a:lnTo>
                  <a:lnTo>
                    <a:pt x="269" y="451"/>
                  </a:lnTo>
                  <a:lnTo>
                    <a:pt x="255" y="469"/>
                  </a:lnTo>
                  <a:lnTo>
                    <a:pt x="241" y="487"/>
                  </a:lnTo>
                  <a:lnTo>
                    <a:pt x="229" y="507"/>
                  </a:lnTo>
                  <a:lnTo>
                    <a:pt x="218" y="526"/>
                  </a:lnTo>
                  <a:lnTo>
                    <a:pt x="290" y="577"/>
                  </a:lnTo>
                  <a:lnTo>
                    <a:pt x="305" y="551"/>
                  </a:lnTo>
                  <a:lnTo>
                    <a:pt x="321" y="527"/>
                  </a:lnTo>
                  <a:lnTo>
                    <a:pt x="340" y="503"/>
                  </a:lnTo>
                  <a:lnTo>
                    <a:pt x="361" y="480"/>
                  </a:lnTo>
                  <a:lnTo>
                    <a:pt x="383" y="459"/>
                  </a:lnTo>
                  <a:lnTo>
                    <a:pt x="407" y="439"/>
                  </a:lnTo>
                  <a:lnTo>
                    <a:pt x="432" y="421"/>
                  </a:lnTo>
                  <a:lnTo>
                    <a:pt x="458" y="404"/>
                  </a:lnTo>
                  <a:lnTo>
                    <a:pt x="485" y="389"/>
                  </a:lnTo>
                  <a:lnTo>
                    <a:pt x="514" y="376"/>
                  </a:lnTo>
                  <a:lnTo>
                    <a:pt x="543" y="365"/>
                  </a:lnTo>
                  <a:lnTo>
                    <a:pt x="572" y="355"/>
                  </a:lnTo>
                  <a:lnTo>
                    <a:pt x="603" y="347"/>
                  </a:lnTo>
                  <a:lnTo>
                    <a:pt x="633" y="342"/>
                  </a:lnTo>
                  <a:lnTo>
                    <a:pt x="664" y="339"/>
                  </a:lnTo>
                  <a:lnTo>
                    <a:pt x="695" y="337"/>
                  </a:lnTo>
                  <a:lnTo>
                    <a:pt x="773" y="337"/>
                  </a:lnTo>
                  <a:lnTo>
                    <a:pt x="773" y="556"/>
                  </a:lnTo>
                  <a:lnTo>
                    <a:pt x="848" y="556"/>
                  </a:lnTo>
                  <a:lnTo>
                    <a:pt x="849" y="339"/>
                  </a:lnTo>
                  <a:lnTo>
                    <a:pt x="1007" y="339"/>
                  </a:lnTo>
                  <a:lnTo>
                    <a:pt x="1007" y="248"/>
                  </a:lnTo>
                  <a:moveTo>
                    <a:pt x="1026" y="676"/>
                  </a:moveTo>
                  <a:lnTo>
                    <a:pt x="1" y="675"/>
                  </a:lnTo>
                  <a:lnTo>
                    <a:pt x="0" y="765"/>
                  </a:lnTo>
                  <a:lnTo>
                    <a:pt x="527" y="766"/>
                  </a:lnTo>
                  <a:lnTo>
                    <a:pt x="527" y="927"/>
                  </a:lnTo>
                  <a:lnTo>
                    <a:pt x="606" y="927"/>
                  </a:lnTo>
                  <a:lnTo>
                    <a:pt x="606" y="766"/>
                  </a:lnTo>
                  <a:lnTo>
                    <a:pt x="1026" y="766"/>
                  </a:lnTo>
                  <a:lnTo>
                    <a:pt x="1026" y="676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8" name=""/>
            <p:cNvSpPr/>
            <p:nvPr/>
          </p:nvSpPr>
          <p:spPr bwMode="auto">
            <a:xfrm>
              <a:off x="2662560" y="5063039"/>
              <a:ext cx="369000" cy="315000"/>
            </a:xfrm>
            <a:custGeom>
              <a:avLst/>
              <a:gdLst/>
              <a:ahLst/>
              <a:cxnLst/>
              <a:rect l="0" t="0" r="r" b="b"/>
              <a:pathLst>
                <a:path w="1025" h="875" fill="norm" stroke="1" extrusionOk="0">
                  <a:moveTo>
                    <a:pt x="933" y="0"/>
                  </a:moveTo>
                  <a:lnTo>
                    <a:pt x="247" y="0"/>
                  </a:lnTo>
                  <a:lnTo>
                    <a:pt x="247" y="77"/>
                  </a:lnTo>
                  <a:lnTo>
                    <a:pt x="248" y="206"/>
                  </a:lnTo>
                  <a:lnTo>
                    <a:pt x="253" y="321"/>
                  </a:lnTo>
                  <a:lnTo>
                    <a:pt x="263" y="430"/>
                  </a:lnTo>
                  <a:lnTo>
                    <a:pt x="280" y="540"/>
                  </a:lnTo>
                  <a:lnTo>
                    <a:pt x="357" y="532"/>
                  </a:lnTo>
                  <a:lnTo>
                    <a:pt x="340" y="426"/>
                  </a:lnTo>
                  <a:lnTo>
                    <a:pt x="330" y="321"/>
                  </a:lnTo>
                  <a:lnTo>
                    <a:pt x="325" y="212"/>
                  </a:lnTo>
                  <a:lnTo>
                    <a:pt x="324" y="90"/>
                  </a:lnTo>
                  <a:lnTo>
                    <a:pt x="569" y="90"/>
                  </a:lnTo>
                  <a:lnTo>
                    <a:pt x="569" y="436"/>
                  </a:lnTo>
                  <a:lnTo>
                    <a:pt x="644" y="436"/>
                  </a:lnTo>
                  <a:lnTo>
                    <a:pt x="645" y="90"/>
                  </a:lnTo>
                  <a:lnTo>
                    <a:pt x="855" y="90"/>
                  </a:lnTo>
                  <a:lnTo>
                    <a:pt x="855" y="458"/>
                  </a:lnTo>
                  <a:lnTo>
                    <a:pt x="933" y="458"/>
                  </a:lnTo>
                  <a:lnTo>
                    <a:pt x="933" y="0"/>
                  </a:lnTo>
                  <a:moveTo>
                    <a:pt x="1025" y="624"/>
                  </a:moveTo>
                  <a:lnTo>
                    <a:pt x="0" y="623"/>
                  </a:lnTo>
                  <a:lnTo>
                    <a:pt x="0" y="713"/>
                  </a:lnTo>
                  <a:lnTo>
                    <a:pt x="535" y="714"/>
                  </a:lnTo>
                  <a:lnTo>
                    <a:pt x="535" y="875"/>
                  </a:lnTo>
                  <a:lnTo>
                    <a:pt x="614" y="875"/>
                  </a:lnTo>
                  <a:lnTo>
                    <a:pt x="614" y="714"/>
                  </a:lnTo>
                  <a:lnTo>
                    <a:pt x="1025" y="714"/>
                  </a:lnTo>
                  <a:lnTo>
                    <a:pt x="1025" y="624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9" name=""/>
            <p:cNvSpPr/>
            <p:nvPr/>
          </p:nvSpPr>
          <p:spPr bwMode="auto">
            <a:xfrm>
              <a:off x="2662200" y="5406840"/>
              <a:ext cx="368640" cy="292680"/>
            </a:xfrm>
            <a:custGeom>
              <a:avLst/>
              <a:gdLst/>
              <a:ahLst/>
              <a:cxnLst/>
              <a:rect l="0" t="0" r="r" b="b"/>
              <a:pathLst>
                <a:path w="1024" h="813" fill="norm" stroke="1" extrusionOk="0">
                  <a:moveTo>
                    <a:pt x="974" y="322"/>
                  </a:moveTo>
                  <a:lnTo>
                    <a:pt x="973" y="295"/>
                  </a:lnTo>
                  <a:lnTo>
                    <a:pt x="971" y="269"/>
                  </a:lnTo>
                  <a:lnTo>
                    <a:pt x="966" y="245"/>
                  </a:lnTo>
                  <a:lnTo>
                    <a:pt x="960" y="222"/>
                  </a:lnTo>
                  <a:lnTo>
                    <a:pt x="952" y="200"/>
                  </a:lnTo>
                  <a:lnTo>
                    <a:pt x="942" y="179"/>
                  </a:lnTo>
                  <a:lnTo>
                    <a:pt x="931" y="161"/>
                  </a:lnTo>
                  <a:lnTo>
                    <a:pt x="919" y="143"/>
                  </a:lnTo>
                  <a:lnTo>
                    <a:pt x="905" y="128"/>
                  </a:lnTo>
                  <a:lnTo>
                    <a:pt x="890" y="114"/>
                  </a:lnTo>
                  <a:lnTo>
                    <a:pt x="873" y="102"/>
                  </a:lnTo>
                  <a:lnTo>
                    <a:pt x="855" y="93"/>
                  </a:lnTo>
                  <a:lnTo>
                    <a:pt x="836" y="85"/>
                  </a:lnTo>
                  <a:lnTo>
                    <a:pt x="816" y="79"/>
                  </a:lnTo>
                  <a:lnTo>
                    <a:pt x="795" y="76"/>
                  </a:lnTo>
                  <a:lnTo>
                    <a:pt x="773" y="74"/>
                  </a:lnTo>
                  <a:lnTo>
                    <a:pt x="751" y="76"/>
                  </a:lnTo>
                  <a:lnTo>
                    <a:pt x="729" y="79"/>
                  </a:lnTo>
                  <a:lnTo>
                    <a:pt x="709" y="85"/>
                  </a:lnTo>
                  <a:lnTo>
                    <a:pt x="690" y="93"/>
                  </a:lnTo>
                  <a:lnTo>
                    <a:pt x="672" y="102"/>
                  </a:lnTo>
                  <a:lnTo>
                    <a:pt x="656" y="114"/>
                  </a:lnTo>
                  <a:lnTo>
                    <a:pt x="641" y="128"/>
                  </a:lnTo>
                  <a:lnTo>
                    <a:pt x="627" y="143"/>
                  </a:lnTo>
                  <a:lnTo>
                    <a:pt x="614" y="160"/>
                  </a:lnTo>
                  <a:lnTo>
                    <a:pt x="603" y="179"/>
                  </a:lnTo>
                  <a:lnTo>
                    <a:pt x="594" y="199"/>
                  </a:lnTo>
                  <a:lnTo>
                    <a:pt x="586" y="221"/>
                  </a:lnTo>
                  <a:lnTo>
                    <a:pt x="580" y="244"/>
                  </a:lnTo>
                  <a:lnTo>
                    <a:pt x="575" y="269"/>
                  </a:lnTo>
                  <a:lnTo>
                    <a:pt x="573" y="295"/>
                  </a:lnTo>
                  <a:lnTo>
                    <a:pt x="572" y="321"/>
                  </a:lnTo>
                  <a:lnTo>
                    <a:pt x="573" y="348"/>
                  </a:lnTo>
                  <a:lnTo>
                    <a:pt x="575" y="373"/>
                  </a:lnTo>
                  <a:lnTo>
                    <a:pt x="580" y="398"/>
                  </a:lnTo>
                  <a:lnTo>
                    <a:pt x="586" y="421"/>
                  </a:lnTo>
                  <a:lnTo>
                    <a:pt x="594" y="443"/>
                  </a:lnTo>
                  <a:lnTo>
                    <a:pt x="603" y="463"/>
                  </a:lnTo>
                  <a:lnTo>
                    <a:pt x="614" y="482"/>
                  </a:lnTo>
                  <a:lnTo>
                    <a:pt x="626" y="499"/>
                  </a:lnTo>
                  <a:lnTo>
                    <a:pt x="640" y="515"/>
                  </a:lnTo>
                  <a:lnTo>
                    <a:pt x="655" y="528"/>
                  </a:lnTo>
                  <a:lnTo>
                    <a:pt x="672" y="540"/>
                  </a:lnTo>
                  <a:lnTo>
                    <a:pt x="690" y="550"/>
                  </a:lnTo>
                  <a:lnTo>
                    <a:pt x="709" y="558"/>
                  </a:lnTo>
                  <a:lnTo>
                    <a:pt x="729" y="564"/>
                  </a:lnTo>
                  <a:lnTo>
                    <a:pt x="750" y="567"/>
                  </a:lnTo>
                  <a:lnTo>
                    <a:pt x="773" y="568"/>
                  </a:lnTo>
                  <a:lnTo>
                    <a:pt x="795" y="567"/>
                  </a:lnTo>
                  <a:lnTo>
                    <a:pt x="816" y="564"/>
                  </a:lnTo>
                  <a:lnTo>
                    <a:pt x="836" y="558"/>
                  </a:lnTo>
                  <a:lnTo>
                    <a:pt x="855" y="550"/>
                  </a:lnTo>
                  <a:lnTo>
                    <a:pt x="873" y="540"/>
                  </a:lnTo>
                  <a:lnTo>
                    <a:pt x="889" y="529"/>
                  </a:lnTo>
                  <a:lnTo>
                    <a:pt x="905" y="515"/>
                  </a:lnTo>
                  <a:lnTo>
                    <a:pt x="918" y="499"/>
                  </a:lnTo>
                  <a:lnTo>
                    <a:pt x="931" y="482"/>
                  </a:lnTo>
                  <a:lnTo>
                    <a:pt x="942" y="463"/>
                  </a:lnTo>
                  <a:lnTo>
                    <a:pt x="952" y="443"/>
                  </a:lnTo>
                  <a:lnTo>
                    <a:pt x="960" y="421"/>
                  </a:lnTo>
                  <a:lnTo>
                    <a:pt x="966" y="398"/>
                  </a:lnTo>
                  <a:lnTo>
                    <a:pt x="971" y="374"/>
                  </a:lnTo>
                  <a:lnTo>
                    <a:pt x="973" y="348"/>
                  </a:lnTo>
                  <a:lnTo>
                    <a:pt x="974" y="322"/>
                  </a:lnTo>
                  <a:moveTo>
                    <a:pt x="902" y="322"/>
                  </a:moveTo>
                  <a:lnTo>
                    <a:pt x="901" y="339"/>
                  </a:lnTo>
                  <a:lnTo>
                    <a:pt x="899" y="356"/>
                  </a:lnTo>
                  <a:lnTo>
                    <a:pt x="896" y="372"/>
                  </a:lnTo>
                  <a:lnTo>
                    <a:pt x="892" y="387"/>
                  </a:lnTo>
                  <a:lnTo>
                    <a:pt x="887" y="401"/>
                  </a:lnTo>
                  <a:lnTo>
                    <a:pt x="881" y="414"/>
                  </a:lnTo>
                  <a:lnTo>
                    <a:pt x="874" y="426"/>
                  </a:lnTo>
                  <a:lnTo>
                    <a:pt x="866" y="438"/>
                  </a:lnTo>
                  <a:lnTo>
                    <a:pt x="857" y="448"/>
                  </a:lnTo>
                  <a:lnTo>
                    <a:pt x="847" y="457"/>
                  </a:lnTo>
                  <a:lnTo>
                    <a:pt x="836" y="464"/>
                  </a:lnTo>
                  <a:lnTo>
                    <a:pt x="825" y="471"/>
                  </a:lnTo>
                  <a:lnTo>
                    <a:pt x="813" y="476"/>
                  </a:lnTo>
                  <a:lnTo>
                    <a:pt x="800" y="479"/>
                  </a:lnTo>
                  <a:lnTo>
                    <a:pt x="787" y="482"/>
                  </a:lnTo>
                  <a:lnTo>
                    <a:pt x="773" y="482"/>
                  </a:lnTo>
                  <a:lnTo>
                    <a:pt x="759" y="482"/>
                  </a:lnTo>
                  <a:lnTo>
                    <a:pt x="745" y="479"/>
                  </a:lnTo>
                  <a:lnTo>
                    <a:pt x="732" y="476"/>
                  </a:lnTo>
                  <a:lnTo>
                    <a:pt x="720" y="471"/>
                  </a:lnTo>
                  <a:lnTo>
                    <a:pt x="708" y="464"/>
                  </a:lnTo>
                  <a:lnTo>
                    <a:pt x="698" y="456"/>
                  </a:lnTo>
                  <a:lnTo>
                    <a:pt x="688" y="447"/>
                  </a:lnTo>
                  <a:lnTo>
                    <a:pt x="679" y="437"/>
                  </a:lnTo>
                  <a:lnTo>
                    <a:pt x="671" y="426"/>
                  </a:lnTo>
                  <a:lnTo>
                    <a:pt x="664" y="414"/>
                  </a:lnTo>
                  <a:lnTo>
                    <a:pt x="658" y="401"/>
                  </a:lnTo>
                  <a:lnTo>
                    <a:pt x="653" y="386"/>
                  </a:lnTo>
                  <a:lnTo>
                    <a:pt x="649" y="371"/>
                  </a:lnTo>
                  <a:lnTo>
                    <a:pt x="646" y="355"/>
                  </a:lnTo>
                  <a:lnTo>
                    <a:pt x="645" y="339"/>
                  </a:lnTo>
                  <a:lnTo>
                    <a:pt x="644" y="321"/>
                  </a:lnTo>
                  <a:lnTo>
                    <a:pt x="645" y="304"/>
                  </a:lnTo>
                  <a:lnTo>
                    <a:pt x="646" y="287"/>
                  </a:lnTo>
                  <a:lnTo>
                    <a:pt x="649" y="271"/>
                  </a:lnTo>
                  <a:lnTo>
                    <a:pt x="653" y="256"/>
                  </a:lnTo>
                  <a:lnTo>
                    <a:pt x="658" y="241"/>
                  </a:lnTo>
                  <a:lnTo>
                    <a:pt x="664" y="228"/>
                  </a:lnTo>
                  <a:lnTo>
                    <a:pt x="671" y="216"/>
                  </a:lnTo>
                  <a:lnTo>
                    <a:pt x="679" y="204"/>
                  </a:lnTo>
                  <a:lnTo>
                    <a:pt x="688" y="194"/>
                  </a:lnTo>
                  <a:lnTo>
                    <a:pt x="698" y="185"/>
                  </a:lnTo>
                  <a:lnTo>
                    <a:pt x="709" y="178"/>
                  </a:lnTo>
                  <a:lnTo>
                    <a:pt x="720" y="171"/>
                  </a:lnTo>
                  <a:lnTo>
                    <a:pt x="732" y="166"/>
                  </a:lnTo>
                  <a:lnTo>
                    <a:pt x="745" y="162"/>
                  </a:lnTo>
                  <a:lnTo>
                    <a:pt x="759" y="160"/>
                  </a:lnTo>
                  <a:lnTo>
                    <a:pt x="773" y="159"/>
                  </a:lnTo>
                  <a:lnTo>
                    <a:pt x="787" y="160"/>
                  </a:lnTo>
                  <a:lnTo>
                    <a:pt x="800" y="162"/>
                  </a:lnTo>
                  <a:lnTo>
                    <a:pt x="813" y="166"/>
                  </a:lnTo>
                  <a:lnTo>
                    <a:pt x="825" y="171"/>
                  </a:lnTo>
                  <a:lnTo>
                    <a:pt x="837" y="178"/>
                  </a:lnTo>
                  <a:lnTo>
                    <a:pt x="847" y="185"/>
                  </a:lnTo>
                  <a:lnTo>
                    <a:pt x="857" y="194"/>
                  </a:lnTo>
                  <a:lnTo>
                    <a:pt x="866" y="205"/>
                  </a:lnTo>
                  <a:lnTo>
                    <a:pt x="874" y="216"/>
                  </a:lnTo>
                  <a:lnTo>
                    <a:pt x="881" y="228"/>
                  </a:lnTo>
                  <a:lnTo>
                    <a:pt x="887" y="242"/>
                  </a:lnTo>
                  <a:lnTo>
                    <a:pt x="893" y="256"/>
                  </a:lnTo>
                  <a:lnTo>
                    <a:pt x="897" y="271"/>
                  </a:lnTo>
                  <a:lnTo>
                    <a:pt x="900" y="287"/>
                  </a:lnTo>
                  <a:lnTo>
                    <a:pt x="901" y="304"/>
                  </a:lnTo>
                  <a:lnTo>
                    <a:pt x="902" y="322"/>
                  </a:lnTo>
                  <a:moveTo>
                    <a:pt x="407" y="12"/>
                  </a:moveTo>
                  <a:lnTo>
                    <a:pt x="411" y="271"/>
                  </a:lnTo>
                  <a:lnTo>
                    <a:pt x="32" y="271"/>
                  </a:lnTo>
                  <a:lnTo>
                    <a:pt x="32" y="361"/>
                  </a:lnTo>
                  <a:lnTo>
                    <a:pt x="416" y="361"/>
                  </a:lnTo>
                  <a:lnTo>
                    <a:pt x="421" y="434"/>
                  </a:lnTo>
                  <a:lnTo>
                    <a:pt x="428" y="508"/>
                  </a:lnTo>
                  <a:lnTo>
                    <a:pt x="437" y="581"/>
                  </a:lnTo>
                  <a:lnTo>
                    <a:pt x="448" y="653"/>
                  </a:lnTo>
                  <a:lnTo>
                    <a:pt x="519" y="648"/>
                  </a:lnTo>
                  <a:lnTo>
                    <a:pt x="508" y="566"/>
                  </a:lnTo>
                  <a:lnTo>
                    <a:pt x="500" y="482"/>
                  </a:lnTo>
                  <a:lnTo>
                    <a:pt x="491" y="313"/>
                  </a:lnTo>
                  <a:lnTo>
                    <a:pt x="486" y="0"/>
                  </a:lnTo>
                  <a:lnTo>
                    <a:pt x="407" y="12"/>
                  </a:lnTo>
                  <a:moveTo>
                    <a:pt x="326" y="500"/>
                  </a:moveTo>
                  <a:lnTo>
                    <a:pt x="252" y="499"/>
                  </a:lnTo>
                  <a:lnTo>
                    <a:pt x="252" y="721"/>
                  </a:lnTo>
                  <a:lnTo>
                    <a:pt x="0" y="721"/>
                  </a:lnTo>
                  <a:lnTo>
                    <a:pt x="0" y="813"/>
                  </a:lnTo>
                  <a:lnTo>
                    <a:pt x="1024" y="813"/>
                  </a:lnTo>
                  <a:lnTo>
                    <a:pt x="1024" y="722"/>
                  </a:lnTo>
                  <a:lnTo>
                    <a:pt x="325" y="721"/>
                  </a:lnTo>
                  <a:lnTo>
                    <a:pt x="326" y="500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3562286" name=""/>
          <p:cNvGrpSpPr/>
          <p:nvPr/>
        </p:nvGrpSpPr>
        <p:grpSpPr bwMode="auto">
          <a:xfrm>
            <a:off x="686520" y="3655440"/>
            <a:ext cx="4343400" cy="2745360"/>
            <a:chOff x="686520" y="3655440"/>
            <a:chExt cx="4343400" cy="2745360"/>
          </a:xfrm>
        </p:grpSpPr>
        <p:sp>
          <p:nvSpPr>
            <p:cNvPr id="211" name=""/>
            <p:cNvSpPr/>
            <p:nvPr/>
          </p:nvSpPr>
          <p:spPr bwMode="auto">
            <a:xfrm>
              <a:off x="686520" y="3655440"/>
              <a:ext cx="4343400" cy="2745360"/>
            </a:xfrm>
            <a:custGeom>
              <a:avLst/>
              <a:gdLst/>
              <a:ahLst/>
              <a:cxnLst/>
              <a:rect l="0" t="0" r="r" b="b"/>
              <a:pathLst>
                <a:path w="12065" h="7626" fill="norm" stroke="1" extrusionOk="0">
                  <a:moveTo>
                    <a:pt x="7" y="0"/>
                  </a:moveTo>
                  <a:lnTo>
                    <a:pt x="12065" y="10"/>
                  </a:lnTo>
                  <a:lnTo>
                    <a:pt x="12058" y="7626"/>
                  </a:lnTo>
                  <a:lnTo>
                    <a:pt x="0" y="7616"/>
                  </a:lnTo>
                  <a:lnTo>
                    <a:pt x="7" y="0"/>
                  </a:lnTo>
                  <a:close/>
                </a:path>
              </a:pathLst>
            </a:custGeom>
            <a:solidFill>
              <a:srgbClr val="81D41A"/>
            </a:solidFill>
            <a:ln w="12600">
              <a:solidFill>
                <a:schemeClr val="accent1"/>
              </a:solidFill>
              <a:miter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2" name=""/>
            <p:cNvSpPr/>
            <p:nvPr/>
          </p:nvSpPr>
          <p:spPr bwMode="auto">
            <a:xfrm>
              <a:off x="2664000" y="4327200"/>
              <a:ext cx="345960" cy="320040"/>
            </a:xfrm>
            <a:custGeom>
              <a:avLst/>
              <a:gdLst/>
              <a:ahLst/>
              <a:cxnLst/>
              <a:rect l="0" t="0" r="r" b="b"/>
              <a:pathLst>
                <a:path w="961" h="889" fill="norm" stroke="1" extrusionOk="0">
                  <a:moveTo>
                    <a:pt x="961" y="84"/>
                  </a:moveTo>
                  <a:lnTo>
                    <a:pt x="886" y="84"/>
                  </a:lnTo>
                  <a:lnTo>
                    <a:pt x="886" y="394"/>
                  </a:lnTo>
                  <a:lnTo>
                    <a:pt x="880" y="394"/>
                  </a:lnTo>
                  <a:lnTo>
                    <a:pt x="855" y="392"/>
                  </a:lnTo>
                  <a:lnTo>
                    <a:pt x="830" y="387"/>
                  </a:lnTo>
                  <a:lnTo>
                    <a:pt x="806" y="378"/>
                  </a:lnTo>
                  <a:lnTo>
                    <a:pt x="783" y="365"/>
                  </a:lnTo>
                  <a:lnTo>
                    <a:pt x="761" y="350"/>
                  </a:lnTo>
                  <a:lnTo>
                    <a:pt x="740" y="332"/>
                  </a:lnTo>
                  <a:lnTo>
                    <a:pt x="719" y="311"/>
                  </a:lnTo>
                  <a:lnTo>
                    <a:pt x="700" y="288"/>
                  </a:lnTo>
                  <a:lnTo>
                    <a:pt x="682" y="263"/>
                  </a:lnTo>
                  <a:lnTo>
                    <a:pt x="666" y="237"/>
                  </a:lnTo>
                  <a:lnTo>
                    <a:pt x="651" y="208"/>
                  </a:lnTo>
                  <a:lnTo>
                    <a:pt x="637" y="179"/>
                  </a:lnTo>
                  <a:lnTo>
                    <a:pt x="626" y="148"/>
                  </a:lnTo>
                  <a:lnTo>
                    <a:pt x="616" y="117"/>
                  </a:lnTo>
                  <a:lnTo>
                    <a:pt x="608" y="85"/>
                  </a:lnTo>
                  <a:lnTo>
                    <a:pt x="602" y="52"/>
                  </a:lnTo>
                  <a:lnTo>
                    <a:pt x="527" y="87"/>
                  </a:lnTo>
                  <a:lnTo>
                    <a:pt x="540" y="144"/>
                  </a:lnTo>
                  <a:lnTo>
                    <a:pt x="558" y="199"/>
                  </a:lnTo>
                  <a:lnTo>
                    <a:pt x="581" y="252"/>
                  </a:lnTo>
                  <a:lnTo>
                    <a:pt x="594" y="277"/>
                  </a:lnTo>
                  <a:lnTo>
                    <a:pt x="609" y="301"/>
                  </a:lnTo>
                  <a:lnTo>
                    <a:pt x="624" y="324"/>
                  </a:lnTo>
                  <a:lnTo>
                    <a:pt x="641" y="346"/>
                  </a:lnTo>
                  <a:lnTo>
                    <a:pt x="659" y="366"/>
                  </a:lnTo>
                  <a:lnTo>
                    <a:pt x="677" y="385"/>
                  </a:lnTo>
                  <a:lnTo>
                    <a:pt x="697" y="403"/>
                  </a:lnTo>
                  <a:lnTo>
                    <a:pt x="718" y="418"/>
                  </a:lnTo>
                  <a:lnTo>
                    <a:pt x="739" y="432"/>
                  </a:lnTo>
                  <a:lnTo>
                    <a:pt x="762" y="444"/>
                  </a:lnTo>
                  <a:lnTo>
                    <a:pt x="739" y="456"/>
                  </a:lnTo>
                  <a:lnTo>
                    <a:pt x="718" y="471"/>
                  </a:lnTo>
                  <a:lnTo>
                    <a:pt x="697" y="486"/>
                  </a:lnTo>
                  <a:lnTo>
                    <a:pt x="677" y="504"/>
                  </a:lnTo>
                  <a:lnTo>
                    <a:pt x="658" y="523"/>
                  </a:lnTo>
                  <a:lnTo>
                    <a:pt x="641" y="544"/>
                  </a:lnTo>
                  <a:lnTo>
                    <a:pt x="624" y="566"/>
                  </a:lnTo>
                  <a:lnTo>
                    <a:pt x="608" y="589"/>
                  </a:lnTo>
                  <a:lnTo>
                    <a:pt x="594" y="613"/>
                  </a:lnTo>
                  <a:lnTo>
                    <a:pt x="581" y="638"/>
                  </a:lnTo>
                  <a:lnTo>
                    <a:pt x="558" y="691"/>
                  </a:lnTo>
                  <a:lnTo>
                    <a:pt x="539" y="746"/>
                  </a:lnTo>
                  <a:lnTo>
                    <a:pt x="526" y="803"/>
                  </a:lnTo>
                  <a:lnTo>
                    <a:pt x="601" y="837"/>
                  </a:lnTo>
                  <a:lnTo>
                    <a:pt x="607" y="805"/>
                  </a:lnTo>
                  <a:lnTo>
                    <a:pt x="615" y="773"/>
                  </a:lnTo>
                  <a:lnTo>
                    <a:pt x="625" y="741"/>
                  </a:lnTo>
                  <a:lnTo>
                    <a:pt x="637" y="711"/>
                  </a:lnTo>
                  <a:lnTo>
                    <a:pt x="650" y="681"/>
                  </a:lnTo>
                  <a:lnTo>
                    <a:pt x="665" y="653"/>
                  </a:lnTo>
                  <a:lnTo>
                    <a:pt x="682" y="626"/>
                  </a:lnTo>
                  <a:lnTo>
                    <a:pt x="700" y="601"/>
                  </a:lnTo>
                  <a:lnTo>
                    <a:pt x="719" y="578"/>
                  </a:lnTo>
                  <a:lnTo>
                    <a:pt x="739" y="558"/>
                  </a:lnTo>
                  <a:lnTo>
                    <a:pt x="761" y="540"/>
                  </a:lnTo>
                  <a:lnTo>
                    <a:pt x="783" y="525"/>
                  </a:lnTo>
                  <a:lnTo>
                    <a:pt x="806" y="512"/>
                  </a:lnTo>
                  <a:lnTo>
                    <a:pt x="830" y="503"/>
                  </a:lnTo>
                  <a:lnTo>
                    <a:pt x="855" y="497"/>
                  </a:lnTo>
                  <a:lnTo>
                    <a:pt x="880" y="496"/>
                  </a:lnTo>
                  <a:lnTo>
                    <a:pt x="886" y="496"/>
                  </a:lnTo>
                  <a:lnTo>
                    <a:pt x="885" y="805"/>
                  </a:lnTo>
                  <a:lnTo>
                    <a:pt x="960" y="805"/>
                  </a:lnTo>
                  <a:lnTo>
                    <a:pt x="961" y="84"/>
                  </a:lnTo>
                  <a:moveTo>
                    <a:pt x="441" y="0"/>
                  </a:moveTo>
                  <a:lnTo>
                    <a:pt x="364" y="0"/>
                  </a:lnTo>
                  <a:lnTo>
                    <a:pt x="364" y="398"/>
                  </a:lnTo>
                  <a:lnTo>
                    <a:pt x="0" y="398"/>
                  </a:lnTo>
                  <a:lnTo>
                    <a:pt x="0" y="487"/>
                  </a:lnTo>
                  <a:lnTo>
                    <a:pt x="364" y="487"/>
                  </a:lnTo>
                  <a:lnTo>
                    <a:pt x="363" y="889"/>
                  </a:lnTo>
                  <a:lnTo>
                    <a:pt x="440" y="889"/>
                  </a:lnTo>
                  <a:lnTo>
                    <a:pt x="441" y="0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3" name=""/>
            <p:cNvSpPr/>
            <p:nvPr/>
          </p:nvSpPr>
          <p:spPr bwMode="auto">
            <a:xfrm>
              <a:off x="2662920" y="4683960"/>
              <a:ext cx="369360" cy="333720"/>
            </a:xfrm>
            <a:custGeom>
              <a:avLst/>
              <a:gdLst/>
              <a:ahLst/>
              <a:cxnLst/>
              <a:rect l="0" t="0" r="r" b="b"/>
              <a:pathLst>
                <a:path w="1026" h="927" fill="norm" stroke="1" extrusionOk="0">
                  <a:moveTo>
                    <a:pt x="1007" y="248"/>
                  </a:moveTo>
                  <a:lnTo>
                    <a:pt x="849" y="248"/>
                  </a:lnTo>
                  <a:lnTo>
                    <a:pt x="849" y="27"/>
                  </a:lnTo>
                  <a:lnTo>
                    <a:pt x="773" y="27"/>
                  </a:lnTo>
                  <a:lnTo>
                    <a:pt x="773" y="249"/>
                  </a:lnTo>
                  <a:lnTo>
                    <a:pt x="695" y="249"/>
                  </a:lnTo>
                  <a:lnTo>
                    <a:pt x="662" y="248"/>
                  </a:lnTo>
                  <a:lnTo>
                    <a:pt x="629" y="244"/>
                  </a:lnTo>
                  <a:lnTo>
                    <a:pt x="597" y="239"/>
                  </a:lnTo>
                  <a:lnTo>
                    <a:pt x="565" y="231"/>
                  </a:lnTo>
                  <a:lnTo>
                    <a:pt x="533" y="221"/>
                  </a:lnTo>
                  <a:lnTo>
                    <a:pt x="503" y="208"/>
                  </a:lnTo>
                  <a:lnTo>
                    <a:pt x="473" y="194"/>
                  </a:lnTo>
                  <a:lnTo>
                    <a:pt x="444" y="179"/>
                  </a:lnTo>
                  <a:lnTo>
                    <a:pt x="417" y="161"/>
                  </a:lnTo>
                  <a:lnTo>
                    <a:pt x="391" y="142"/>
                  </a:lnTo>
                  <a:lnTo>
                    <a:pt x="366" y="122"/>
                  </a:lnTo>
                  <a:lnTo>
                    <a:pt x="344" y="100"/>
                  </a:lnTo>
                  <a:lnTo>
                    <a:pt x="323" y="77"/>
                  </a:lnTo>
                  <a:lnTo>
                    <a:pt x="304" y="52"/>
                  </a:lnTo>
                  <a:lnTo>
                    <a:pt x="287" y="26"/>
                  </a:lnTo>
                  <a:lnTo>
                    <a:pt x="272" y="0"/>
                  </a:lnTo>
                  <a:lnTo>
                    <a:pt x="200" y="51"/>
                  </a:lnTo>
                  <a:lnTo>
                    <a:pt x="211" y="72"/>
                  </a:lnTo>
                  <a:lnTo>
                    <a:pt x="224" y="92"/>
                  </a:lnTo>
                  <a:lnTo>
                    <a:pt x="238" y="111"/>
                  </a:lnTo>
                  <a:lnTo>
                    <a:pt x="253" y="130"/>
                  </a:lnTo>
                  <a:lnTo>
                    <a:pt x="269" y="149"/>
                  </a:lnTo>
                  <a:lnTo>
                    <a:pt x="287" y="166"/>
                  </a:lnTo>
                  <a:lnTo>
                    <a:pt x="306" y="183"/>
                  </a:lnTo>
                  <a:lnTo>
                    <a:pt x="326" y="199"/>
                  </a:lnTo>
                  <a:lnTo>
                    <a:pt x="368" y="228"/>
                  </a:lnTo>
                  <a:lnTo>
                    <a:pt x="414" y="255"/>
                  </a:lnTo>
                  <a:lnTo>
                    <a:pt x="463" y="277"/>
                  </a:lnTo>
                  <a:lnTo>
                    <a:pt x="515" y="295"/>
                  </a:lnTo>
                  <a:lnTo>
                    <a:pt x="467" y="312"/>
                  </a:lnTo>
                  <a:lnTo>
                    <a:pt x="421" y="333"/>
                  </a:lnTo>
                  <a:lnTo>
                    <a:pt x="378" y="358"/>
                  </a:lnTo>
                  <a:lnTo>
                    <a:pt x="338" y="386"/>
                  </a:lnTo>
                  <a:lnTo>
                    <a:pt x="302" y="417"/>
                  </a:lnTo>
                  <a:lnTo>
                    <a:pt x="285" y="434"/>
                  </a:lnTo>
                  <a:lnTo>
                    <a:pt x="269" y="451"/>
                  </a:lnTo>
                  <a:lnTo>
                    <a:pt x="255" y="469"/>
                  </a:lnTo>
                  <a:lnTo>
                    <a:pt x="241" y="487"/>
                  </a:lnTo>
                  <a:lnTo>
                    <a:pt x="229" y="507"/>
                  </a:lnTo>
                  <a:lnTo>
                    <a:pt x="218" y="526"/>
                  </a:lnTo>
                  <a:lnTo>
                    <a:pt x="290" y="577"/>
                  </a:lnTo>
                  <a:lnTo>
                    <a:pt x="305" y="551"/>
                  </a:lnTo>
                  <a:lnTo>
                    <a:pt x="321" y="527"/>
                  </a:lnTo>
                  <a:lnTo>
                    <a:pt x="340" y="503"/>
                  </a:lnTo>
                  <a:lnTo>
                    <a:pt x="361" y="480"/>
                  </a:lnTo>
                  <a:lnTo>
                    <a:pt x="383" y="459"/>
                  </a:lnTo>
                  <a:lnTo>
                    <a:pt x="407" y="439"/>
                  </a:lnTo>
                  <a:lnTo>
                    <a:pt x="432" y="421"/>
                  </a:lnTo>
                  <a:lnTo>
                    <a:pt x="458" y="404"/>
                  </a:lnTo>
                  <a:lnTo>
                    <a:pt x="485" y="389"/>
                  </a:lnTo>
                  <a:lnTo>
                    <a:pt x="514" y="376"/>
                  </a:lnTo>
                  <a:lnTo>
                    <a:pt x="543" y="365"/>
                  </a:lnTo>
                  <a:lnTo>
                    <a:pt x="572" y="355"/>
                  </a:lnTo>
                  <a:lnTo>
                    <a:pt x="603" y="347"/>
                  </a:lnTo>
                  <a:lnTo>
                    <a:pt x="633" y="342"/>
                  </a:lnTo>
                  <a:lnTo>
                    <a:pt x="664" y="339"/>
                  </a:lnTo>
                  <a:lnTo>
                    <a:pt x="695" y="337"/>
                  </a:lnTo>
                  <a:lnTo>
                    <a:pt x="773" y="337"/>
                  </a:lnTo>
                  <a:lnTo>
                    <a:pt x="773" y="556"/>
                  </a:lnTo>
                  <a:lnTo>
                    <a:pt x="848" y="556"/>
                  </a:lnTo>
                  <a:lnTo>
                    <a:pt x="849" y="339"/>
                  </a:lnTo>
                  <a:lnTo>
                    <a:pt x="1007" y="339"/>
                  </a:lnTo>
                  <a:lnTo>
                    <a:pt x="1007" y="248"/>
                  </a:lnTo>
                  <a:moveTo>
                    <a:pt x="1026" y="676"/>
                  </a:moveTo>
                  <a:lnTo>
                    <a:pt x="1" y="675"/>
                  </a:lnTo>
                  <a:lnTo>
                    <a:pt x="0" y="765"/>
                  </a:lnTo>
                  <a:lnTo>
                    <a:pt x="527" y="766"/>
                  </a:lnTo>
                  <a:lnTo>
                    <a:pt x="527" y="927"/>
                  </a:lnTo>
                  <a:lnTo>
                    <a:pt x="606" y="927"/>
                  </a:lnTo>
                  <a:lnTo>
                    <a:pt x="606" y="766"/>
                  </a:lnTo>
                  <a:lnTo>
                    <a:pt x="1026" y="766"/>
                  </a:lnTo>
                  <a:lnTo>
                    <a:pt x="1026" y="676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4" name=""/>
            <p:cNvSpPr/>
            <p:nvPr/>
          </p:nvSpPr>
          <p:spPr bwMode="auto">
            <a:xfrm>
              <a:off x="2662920" y="5063039"/>
              <a:ext cx="369000" cy="315000"/>
            </a:xfrm>
            <a:custGeom>
              <a:avLst/>
              <a:gdLst/>
              <a:ahLst/>
              <a:cxnLst/>
              <a:rect l="0" t="0" r="r" b="b"/>
              <a:pathLst>
                <a:path w="1025" h="875" fill="norm" stroke="1" extrusionOk="0">
                  <a:moveTo>
                    <a:pt x="933" y="0"/>
                  </a:moveTo>
                  <a:lnTo>
                    <a:pt x="247" y="0"/>
                  </a:lnTo>
                  <a:lnTo>
                    <a:pt x="247" y="77"/>
                  </a:lnTo>
                  <a:lnTo>
                    <a:pt x="248" y="206"/>
                  </a:lnTo>
                  <a:lnTo>
                    <a:pt x="253" y="321"/>
                  </a:lnTo>
                  <a:lnTo>
                    <a:pt x="263" y="430"/>
                  </a:lnTo>
                  <a:lnTo>
                    <a:pt x="280" y="540"/>
                  </a:lnTo>
                  <a:lnTo>
                    <a:pt x="357" y="532"/>
                  </a:lnTo>
                  <a:lnTo>
                    <a:pt x="340" y="426"/>
                  </a:lnTo>
                  <a:lnTo>
                    <a:pt x="330" y="321"/>
                  </a:lnTo>
                  <a:lnTo>
                    <a:pt x="325" y="212"/>
                  </a:lnTo>
                  <a:lnTo>
                    <a:pt x="324" y="90"/>
                  </a:lnTo>
                  <a:lnTo>
                    <a:pt x="569" y="90"/>
                  </a:lnTo>
                  <a:lnTo>
                    <a:pt x="569" y="436"/>
                  </a:lnTo>
                  <a:lnTo>
                    <a:pt x="644" y="436"/>
                  </a:lnTo>
                  <a:lnTo>
                    <a:pt x="645" y="90"/>
                  </a:lnTo>
                  <a:lnTo>
                    <a:pt x="855" y="90"/>
                  </a:lnTo>
                  <a:lnTo>
                    <a:pt x="855" y="458"/>
                  </a:lnTo>
                  <a:lnTo>
                    <a:pt x="933" y="458"/>
                  </a:lnTo>
                  <a:lnTo>
                    <a:pt x="933" y="0"/>
                  </a:lnTo>
                  <a:moveTo>
                    <a:pt x="1025" y="624"/>
                  </a:moveTo>
                  <a:lnTo>
                    <a:pt x="0" y="623"/>
                  </a:lnTo>
                  <a:lnTo>
                    <a:pt x="0" y="713"/>
                  </a:lnTo>
                  <a:lnTo>
                    <a:pt x="535" y="714"/>
                  </a:lnTo>
                  <a:lnTo>
                    <a:pt x="535" y="875"/>
                  </a:lnTo>
                  <a:lnTo>
                    <a:pt x="614" y="875"/>
                  </a:lnTo>
                  <a:lnTo>
                    <a:pt x="614" y="714"/>
                  </a:lnTo>
                  <a:lnTo>
                    <a:pt x="1025" y="714"/>
                  </a:lnTo>
                  <a:lnTo>
                    <a:pt x="1025" y="624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5" name=""/>
            <p:cNvSpPr/>
            <p:nvPr/>
          </p:nvSpPr>
          <p:spPr bwMode="auto">
            <a:xfrm>
              <a:off x="2662560" y="5406840"/>
              <a:ext cx="368640" cy="292680"/>
            </a:xfrm>
            <a:custGeom>
              <a:avLst/>
              <a:gdLst/>
              <a:ahLst/>
              <a:cxnLst/>
              <a:rect l="0" t="0" r="r" b="b"/>
              <a:pathLst>
                <a:path w="1024" h="813" fill="norm" stroke="1" extrusionOk="0">
                  <a:moveTo>
                    <a:pt x="974" y="322"/>
                  </a:moveTo>
                  <a:lnTo>
                    <a:pt x="973" y="295"/>
                  </a:lnTo>
                  <a:lnTo>
                    <a:pt x="971" y="269"/>
                  </a:lnTo>
                  <a:lnTo>
                    <a:pt x="966" y="245"/>
                  </a:lnTo>
                  <a:lnTo>
                    <a:pt x="960" y="222"/>
                  </a:lnTo>
                  <a:lnTo>
                    <a:pt x="952" y="200"/>
                  </a:lnTo>
                  <a:lnTo>
                    <a:pt x="942" y="179"/>
                  </a:lnTo>
                  <a:lnTo>
                    <a:pt x="931" y="161"/>
                  </a:lnTo>
                  <a:lnTo>
                    <a:pt x="919" y="143"/>
                  </a:lnTo>
                  <a:lnTo>
                    <a:pt x="905" y="128"/>
                  </a:lnTo>
                  <a:lnTo>
                    <a:pt x="890" y="114"/>
                  </a:lnTo>
                  <a:lnTo>
                    <a:pt x="873" y="102"/>
                  </a:lnTo>
                  <a:lnTo>
                    <a:pt x="855" y="93"/>
                  </a:lnTo>
                  <a:lnTo>
                    <a:pt x="836" y="85"/>
                  </a:lnTo>
                  <a:lnTo>
                    <a:pt x="816" y="79"/>
                  </a:lnTo>
                  <a:lnTo>
                    <a:pt x="795" y="76"/>
                  </a:lnTo>
                  <a:lnTo>
                    <a:pt x="773" y="74"/>
                  </a:lnTo>
                  <a:lnTo>
                    <a:pt x="751" y="76"/>
                  </a:lnTo>
                  <a:lnTo>
                    <a:pt x="729" y="79"/>
                  </a:lnTo>
                  <a:lnTo>
                    <a:pt x="709" y="85"/>
                  </a:lnTo>
                  <a:lnTo>
                    <a:pt x="690" y="93"/>
                  </a:lnTo>
                  <a:lnTo>
                    <a:pt x="672" y="102"/>
                  </a:lnTo>
                  <a:lnTo>
                    <a:pt x="656" y="114"/>
                  </a:lnTo>
                  <a:lnTo>
                    <a:pt x="641" y="128"/>
                  </a:lnTo>
                  <a:lnTo>
                    <a:pt x="627" y="143"/>
                  </a:lnTo>
                  <a:lnTo>
                    <a:pt x="614" y="160"/>
                  </a:lnTo>
                  <a:lnTo>
                    <a:pt x="603" y="179"/>
                  </a:lnTo>
                  <a:lnTo>
                    <a:pt x="594" y="199"/>
                  </a:lnTo>
                  <a:lnTo>
                    <a:pt x="586" y="221"/>
                  </a:lnTo>
                  <a:lnTo>
                    <a:pt x="580" y="244"/>
                  </a:lnTo>
                  <a:lnTo>
                    <a:pt x="575" y="269"/>
                  </a:lnTo>
                  <a:lnTo>
                    <a:pt x="573" y="295"/>
                  </a:lnTo>
                  <a:lnTo>
                    <a:pt x="572" y="321"/>
                  </a:lnTo>
                  <a:lnTo>
                    <a:pt x="573" y="348"/>
                  </a:lnTo>
                  <a:lnTo>
                    <a:pt x="575" y="373"/>
                  </a:lnTo>
                  <a:lnTo>
                    <a:pt x="580" y="398"/>
                  </a:lnTo>
                  <a:lnTo>
                    <a:pt x="586" y="421"/>
                  </a:lnTo>
                  <a:lnTo>
                    <a:pt x="594" y="443"/>
                  </a:lnTo>
                  <a:lnTo>
                    <a:pt x="603" y="463"/>
                  </a:lnTo>
                  <a:lnTo>
                    <a:pt x="614" y="482"/>
                  </a:lnTo>
                  <a:lnTo>
                    <a:pt x="626" y="499"/>
                  </a:lnTo>
                  <a:lnTo>
                    <a:pt x="640" y="515"/>
                  </a:lnTo>
                  <a:lnTo>
                    <a:pt x="655" y="528"/>
                  </a:lnTo>
                  <a:lnTo>
                    <a:pt x="672" y="540"/>
                  </a:lnTo>
                  <a:lnTo>
                    <a:pt x="690" y="550"/>
                  </a:lnTo>
                  <a:lnTo>
                    <a:pt x="709" y="558"/>
                  </a:lnTo>
                  <a:lnTo>
                    <a:pt x="729" y="564"/>
                  </a:lnTo>
                  <a:lnTo>
                    <a:pt x="750" y="567"/>
                  </a:lnTo>
                  <a:lnTo>
                    <a:pt x="773" y="568"/>
                  </a:lnTo>
                  <a:lnTo>
                    <a:pt x="795" y="567"/>
                  </a:lnTo>
                  <a:lnTo>
                    <a:pt x="816" y="564"/>
                  </a:lnTo>
                  <a:lnTo>
                    <a:pt x="836" y="558"/>
                  </a:lnTo>
                  <a:lnTo>
                    <a:pt x="855" y="550"/>
                  </a:lnTo>
                  <a:lnTo>
                    <a:pt x="873" y="540"/>
                  </a:lnTo>
                  <a:lnTo>
                    <a:pt x="889" y="529"/>
                  </a:lnTo>
                  <a:lnTo>
                    <a:pt x="905" y="515"/>
                  </a:lnTo>
                  <a:lnTo>
                    <a:pt x="918" y="499"/>
                  </a:lnTo>
                  <a:lnTo>
                    <a:pt x="931" y="482"/>
                  </a:lnTo>
                  <a:lnTo>
                    <a:pt x="942" y="463"/>
                  </a:lnTo>
                  <a:lnTo>
                    <a:pt x="952" y="443"/>
                  </a:lnTo>
                  <a:lnTo>
                    <a:pt x="960" y="421"/>
                  </a:lnTo>
                  <a:lnTo>
                    <a:pt x="966" y="398"/>
                  </a:lnTo>
                  <a:lnTo>
                    <a:pt x="971" y="374"/>
                  </a:lnTo>
                  <a:lnTo>
                    <a:pt x="973" y="348"/>
                  </a:lnTo>
                  <a:lnTo>
                    <a:pt x="974" y="322"/>
                  </a:lnTo>
                  <a:moveTo>
                    <a:pt x="902" y="322"/>
                  </a:moveTo>
                  <a:lnTo>
                    <a:pt x="901" y="339"/>
                  </a:lnTo>
                  <a:lnTo>
                    <a:pt x="899" y="356"/>
                  </a:lnTo>
                  <a:lnTo>
                    <a:pt x="896" y="372"/>
                  </a:lnTo>
                  <a:lnTo>
                    <a:pt x="892" y="387"/>
                  </a:lnTo>
                  <a:lnTo>
                    <a:pt x="887" y="401"/>
                  </a:lnTo>
                  <a:lnTo>
                    <a:pt x="881" y="414"/>
                  </a:lnTo>
                  <a:lnTo>
                    <a:pt x="874" y="426"/>
                  </a:lnTo>
                  <a:lnTo>
                    <a:pt x="866" y="438"/>
                  </a:lnTo>
                  <a:lnTo>
                    <a:pt x="857" y="448"/>
                  </a:lnTo>
                  <a:lnTo>
                    <a:pt x="847" y="457"/>
                  </a:lnTo>
                  <a:lnTo>
                    <a:pt x="836" y="464"/>
                  </a:lnTo>
                  <a:lnTo>
                    <a:pt x="825" y="471"/>
                  </a:lnTo>
                  <a:lnTo>
                    <a:pt x="813" y="476"/>
                  </a:lnTo>
                  <a:lnTo>
                    <a:pt x="800" y="479"/>
                  </a:lnTo>
                  <a:lnTo>
                    <a:pt x="787" y="482"/>
                  </a:lnTo>
                  <a:lnTo>
                    <a:pt x="773" y="482"/>
                  </a:lnTo>
                  <a:lnTo>
                    <a:pt x="759" y="482"/>
                  </a:lnTo>
                  <a:lnTo>
                    <a:pt x="745" y="479"/>
                  </a:lnTo>
                  <a:lnTo>
                    <a:pt x="732" y="476"/>
                  </a:lnTo>
                  <a:lnTo>
                    <a:pt x="720" y="471"/>
                  </a:lnTo>
                  <a:lnTo>
                    <a:pt x="708" y="464"/>
                  </a:lnTo>
                  <a:lnTo>
                    <a:pt x="698" y="456"/>
                  </a:lnTo>
                  <a:lnTo>
                    <a:pt x="688" y="447"/>
                  </a:lnTo>
                  <a:lnTo>
                    <a:pt x="679" y="437"/>
                  </a:lnTo>
                  <a:lnTo>
                    <a:pt x="671" y="426"/>
                  </a:lnTo>
                  <a:lnTo>
                    <a:pt x="664" y="414"/>
                  </a:lnTo>
                  <a:lnTo>
                    <a:pt x="658" y="401"/>
                  </a:lnTo>
                  <a:lnTo>
                    <a:pt x="653" y="386"/>
                  </a:lnTo>
                  <a:lnTo>
                    <a:pt x="649" y="371"/>
                  </a:lnTo>
                  <a:lnTo>
                    <a:pt x="646" y="355"/>
                  </a:lnTo>
                  <a:lnTo>
                    <a:pt x="645" y="339"/>
                  </a:lnTo>
                  <a:lnTo>
                    <a:pt x="644" y="321"/>
                  </a:lnTo>
                  <a:lnTo>
                    <a:pt x="645" y="304"/>
                  </a:lnTo>
                  <a:lnTo>
                    <a:pt x="646" y="287"/>
                  </a:lnTo>
                  <a:lnTo>
                    <a:pt x="649" y="271"/>
                  </a:lnTo>
                  <a:lnTo>
                    <a:pt x="653" y="256"/>
                  </a:lnTo>
                  <a:lnTo>
                    <a:pt x="658" y="241"/>
                  </a:lnTo>
                  <a:lnTo>
                    <a:pt x="664" y="228"/>
                  </a:lnTo>
                  <a:lnTo>
                    <a:pt x="671" y="216"/>
                  </a:lnTo>
                  <a:lnTo>
                    <a:pt x="679" y="204"/>
                  </a:lnTo>
                  <a:lnTo>
                    <a:pt x="688" y="194"/>
                  </a:lnTo>
                  <a:lnTo>
                    <a:pt x="698" y="185"/>
                  </a:lnTo>
                  <a:lnTo>
                    <a:pt x="709" y="178"/>
                  </a:lnTo>
                  <a:lnTo>
                    <a:pt x="720" y="171"/>
                  </a:lnTo>
                  <a:lnTo>
                    <a:pt x="732" y="166"/>
                  </a:lnTo>
                  <a:lnTo>
                    <a:pt x="745" y="162"/>
                  </a:lnTo>
                  <a:lnTo>
                    <a:pt x="759" y="160"/>
                  </a:lnTo>
                  <a:lnTo>
                    <a:pt x="773" y="159"/>
                  </a:lnTo>
                  <a:lnTo>
                    <a:pt x="787" y="160"/>
                  </a:lnTo>
                  <a:lnTo>
                    <a:pt x="800" y="162"/>
                  </a:lnTo>
                  <a:lnTo>
                    <a:pt x="813" y="166"/>
                  </a:lnTo>
                  <a:lnTo>
                    <a:pt x="825" y="171"/>
                  </a:lnTo>
                  <a:lnTo>
                    <a:pt x="837" y="178"/>
                  </a:lnTo>
                  <a:lnTo>
                    <a:pt x="847" y="185"/>
                  </a:lnTo>
                  <a:lnTo>
                    <a:pt x="857" y="194"/>
                  </a:lnTo>
                  <a:lnTo>
                    <a:pt x="866" y="205"/>
                  </a:lnTo>
                  <a:lnTo>
                    <a:pt x="874" y="216"/>
                  </a:lnTo>
                  <a:lnTo>
                    <a:pt x="881" y="228"/>
                  </a:lnTo>
                  <a:lnTo>
                    <a:pt x="887" y="242"/>
                  </a:lnTo>
                  <a:lnTo>
                    <a:pt x="893" y="256"/>
                  </a:lnTo>
                  <a:lnTo>
                    <a:pt x="897" y="271"/>
                  </a:lnTo>
                  <a:lnTo>
                    <a:pt x="900" y="287"/>
                  </a:lnTo>
                  <a:lnTo>
                    <a:pt x="901" y="304"/>
                  </a:lnTo>
                  <a:lnTo>
                    <a:pt x="902" y="322"/>
                  </a:lnTo>
                  <a:moveTo>
                    <a:pt x="407" y="12"/>
                  </a:moveTo>
                  <a:lnTo>
                    <a:pt x="411" y="271"/>
                  </a:lnTo>
                  <a:lnTo>
                    <a:pt x="32" y="271"/>
                  </a:lnTo>
                  <a:lnTo>
                    <a:pt x="32" y="361"/>
                  </a:lnTo>
                  <a:lnTo>
                    <a:pt x="416" y="361"/>
                  </a:lnTo>
                  <a:lnTo>
                    <a:pt x="421" y="434"/>
                  </a:lnTo>
                  <a:lnTo>
                    <a:pt x="428" y="508"/>
                  </a:lnTo>
                  <a:lnTo>
                    <a:pt x="437" y="581"/>
                  </a:lnTo>
                  <a:lnTo>
                    <a:pt x="448" y="653"/>
                  </a:lnTo>
                  <a:lnTo>
                    <a:pt x="519" y="648"/>
                  </a:lnTo>
                  <a:lnTo>
                    <a:pt x="508" y="566"/>
                  </a:lnTo>
                  <a:lnTo>
                    <a:pt x="500" y="482"/>
                  </a:lnTo>
                  <a:lnTo>
                    <a:pt x="491" y="313"/>
                  </a:lnTo>
                  <a:lnTo>
                    <a:pt x="486" y="0"/>
                  </a:lnTo>
                  <a:lnTo>
                    <a:pt x="407" y="12"/>
                  </a:lnTo>
                  <a:moveTo>
                    <a:pt x="326" y="500"/>
                  </a:moveTo>
                  <a:lnTo>
                    <a:pt x="252" y="499"/>
                  </a:lnTo>
                  <a:lnTo>
                    <a:pt x="252" y="721"/>
                  </a:lnTo>
                  <a:lnTo>
                    <a:pt x="0" y="721"/>
                  </a:lnTo>
                  <a:lnTo>
                    <a:pt x="0" y="813"/>
                  </a:lnTo>
                  <a:lnTo>
                    <a:pt x="1024" y="813"/>
                  </a:lnTo>
                  <a:lnTo>
                    <a:pt x="1024" y="722"/>
                  </a:lnTo>
                  <a:lnTo>
                    <a:pt x="325" y="721"/>
                  </a:lnTo>
                  <a:lnTo>
                    <a:pt x="326" y="500"/>
                  </a:lnTo>
                  <a:close/>
                </a:path>
              </a:pathLst>
            </a:custGeom>
            <a:solidFill>
              <a:srgbClr val="FFFFFF"/>
            </a:solidFill>
            <a:ln w="12600">
              <a:noFill/>
            </a:ln>
          </p:spPr>
          <p:txBody>
            <a:bodyPr lIns="90000" tIns="45000" rIns="90000" bIns="45000" anchor="ctr">
              <a:noAutofit/>
            </a:bodyPr>
            <a:p>
              <a:pPr>
                <a:defRPr/>
              </a:pP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287125811" name=""/>
          <p:cNvSpPr/>
          <p:nvPr/>
        </p:nvSpPr>
        <p:spPr bwMode="auto">
          <a:xfrm rot="16186799">
            <a:off x="8870040" y="1541520"/>
            <a:ext cx="2565000" cy="4068720"/>
          </a:xfrm>
          <a:prstGeom prst="rect">
            <a:avLst/>
          </a:prstGeom>
          <a:solidFill>
            <a:srgbClr val="81D41A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zh-CN" sz="1800" b="0" strike="noStrike" spc="-1">
                <a:solidFill>
                  <a:schemeClr val="lt1"/>
                </a:solidFill>
                <a:latin typeface="Arial"/>
                <a:ea typeface="Arial"/>
              </a:rPr>
              <a:t>차량 인식 영역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2931331" name=""/>
          <p:cNvSpPr/>
          <p:nvPr/>
        </p:nvSpPr>
        <p:spPr bwMode="auto">
          <a:xfrm rot="16199998">
            <a:off x="9686520" y="4657320"/>
            <a:ext cx="914400" cy="28656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000" b="0" strike="noStrike" spc="-1">
                <a:solidFill>
                  <a:schemeClr val="lt1"/>
                </a:solidFill>
                <a:latin typeface="Arial"/>
                <a:ea typeface="Arial"/>
              </a:rPr>
              <a:t>(</a:t>
            </a:r>
            <a:r>
              <a:rPr lang="zh-CN" sz="1000" b="0" strike="noStrike" spc="-1">
                <a:solidFill>
                  <a:schemeClr val="lt1"/>
                </a:solidFill>
                <a:latin typeface="Arial"/>
                <a:ea typeface="Arial"/>
              </a:rPr>
              <a:t>차단기</a:t>
            </a:r>
            <a:r>
              <a:rPr lang="en-US" sz="1000" b="0" strike="noStrike" spc="-1">
                <a:solidFill>
                  <a:schemeClr val="lt1"/>
                </a:solidFill>
                <a:latin typeface="Arial"/>
                <a:ea typeface="Arial"/>
              </a:rPr>
              <a:t>)</a:t>
            </a:r>
            <a:br>
              <a:rPr sz="1000"/>
            </a:br>
            <a:r>
              <a:rPr lang="zh-CN" sz="1000" b="0" strike="noStrike" spc="-1">
                <a:solidFill>
                  <a:schemeClr val="lt1"/>
                </a:solidFill>
                <a:latin typeface="Arial"/>
                <a:ea typeface="Arial"/>
              </a:rPr>
              <a:t>서보모터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149266" name=""/>
          <p:cNvSpPr/>
          <p:nvPr/>
        </p:nvSpPr>
        <p:spPr bwMode="auto">
          <a:xfrm rot="16199998">
            <a:off x="8499960" y="3386880"/>
            <a:ext cx="1155600" cy="32508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200" b="0" strike="noStrike" spc="-1">
                <a:solidFill>
                  <a:schemeClr val="lt1"/>
                </a:solidFill>
                <a:latin typeface="Arial"/>
                <a:ea typeface="Arial"/>
              </a:rPr>
              <a:t>APDS-9930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8901597" name=""/>
          <p:cNvSpPr/>
          <p:nvPr/>
        </p:nvSpPr>
        <p:spPr bwMode="auto">
          <a:xfrm rot="16199998">
            <a:off x="10557360" y="3374280"/>
            <a:ext cx="1155600" cy="32508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200" b="0" strike="noStrike" spc="-1">
                <a:solidFill>
                  <a:schemeClr val="lt1"/>
                </a:solidFill>
                <a:latin typeface="Arial"/>
                <a:ea typeface="Arial"/>
              </a:rPr>
              <a:t>APDS-9930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6593820" name=""/>
          <p:cNvSpPr/>
          <p:nvPr/>
        </p:nvSpPr>
        <p:spPr bwMode="auto">
          <a:xfrm>
            <a:off x="8458200" y="4650480"/>
            <a:ext cx="1484640" cy="607320"/>
          </a:xfrm>
          <a:prstGeom prst="rect">
            <a:avLst/>
          </a:prstGeom>
          <a:solidFill>
            <a:schemeClr val="accent2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Arial"/>
                <a:ea typeface="Arial"/>
              </a:rPr>
              <a:t>1602 LCD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08129360" name="" descr=""/>
          <p:cNvPicPr/>
          <p:nvPr/>
        </p:nvPicPr>
        <p:blipFill rotWithShape="1">
          <a:blip r:embed="rId4"/>
          <a:stretch/>
        </p:blipFill>
        <p:spPr bwMode="auto">
          <a:xfrm>
            <a:off x="10146240" y="3558960"/>
            <a:ext cx="1422360" cy="2831400"/>
          </a:xfrm>
          <a:prstGeom prst="rect">
            <a:avLst/>
          </a:prstGeom>
          <a:ln w="0">
            <a:noFill/>
          </a:ln>
        </p:spPr>
      </p:pic>
      <p:pic>
        <p:nvPicPr>
          <p:cNvPr id="1460175918" name="" descr=""/>
          <p:cNvPicPr/>
          <p:nvPr/>
        </p:nvPicPr>
        <p:blipFill rotWithShape="1">
          <a:blip r:embed="rId4"/>
          <a:stretch/>
        </p:blipFill>
        <p:spPr bwMode="auto">
          <a:xfrm rot="5400000">
            <a:off x="3426480" y="4574160"/>
            <a:ext cx="456840" cy="909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_rels/theme4.xml.rels><?xml version="1.0" encoding="UTF-8" standalone="yes"?><Relationships xmlns="http://schemas.openxmlformats.org/package/2006/relationships"></Relationships>
</file>

<file path=ppt/theme/_rels/theme5.xml.rels><?xml version="1.0" encoding="UTF-8" standalone="yes"?><Relationships xmlns="http://schemas.openxmlformats.org/package/2006/relationships"></Relationships>
</file>

<file path=ppt/theme/_rels/theme6.xml.rels><?xml version="1.0" encoding="UTF-8" standalone="yes"?><Relationships xmlns="http://schemas.openxmlformats.org/package/2006/relationships"></Relationships>
</file>

<file path=ppt/theme/_rels/theme7.xml.rels><?xml version="1.0" encoding="UTF-8" standalone="yes"?><Relationships xmlns="http://schemas.openxmlformats.org/package/2006/relationships"></Relationships>
</file>

<file path=ppt/theme/_rels/theme8.xml.rels><?xml version="1.0" encoding="UTF-8" standalone="yes"?><Relationships xmlns="http://schemas.openxmlformats.org/package/2006/relationships"></Relationships>
</file>

<file path=ppt/theme/_rels/theme9.xml.rels><?xml version="1.0" encoding="UTF-8" standalone="yes"?><Relationships xmlns="http://schemas.openxmlformats.org/package/2006/relationships"></Relationships>
</file>

<file path=ppt/theme/_rels/theme10.xml.rels><?xml version="1.0" encoding="UTF-8" standalone="yes"?><Relationships xmlns="http://schemas.openxmlformats.org/package/2006/relationships"></Relationships>
</file>

<file path=ppt/theme/_rels/theme11.xml.rels><?xml version="1.0" encoding="UTF-8" standalone="yes"?><Relationships xmlns="http://schemas.openxmlformats.org/package/2006/relationships"></Relationships>
</file>

<file path=ppt/theme/_rels/theme1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4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5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6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7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8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9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10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1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1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ONLYOFFICE/9.3.0.140</Application>
  <PresentationFormat>On-screen Show (4:3)</PresentationFormat>
  <Paragraphs>0</Paragraphs>
  <Slides>5</Slides>
  <Notes>5</Notes>
  <HiddenSlides>0</HiddenSlides>
  <MMClips>2</MMClips>
  <ScaleCrop>0</ScaleCrop>
  <HeadingPairs>
    <vt:vector size="4" baseType="variant">
      <vt:variant>
        <vt:lpstr>Theme</vt:lpstr>
      </vt:variant>
      <vt:variant>
        <vt:i4>11</vt:i4>
      </vt:variant>
      <vt:variant>
        <vt:lpstr>Slide Titles</vt:lpstr>
      </vt:variant>
      <vt:variant>
        <vt:i4>5</vt:i4>
      </vt:variant>
    </vt:vector>
  </HeadingPairs>
  <TitlesOfParts>
    <vt:vector size="16" baseType="lpstr">
      <vt:lpstr>Theme 1</vt:lpstr>
      <vt:lpstr>Theme 2</vt:lpstr>
      <vt:lpstr>Theme 3</vt:lpstr>
      <vt:lpstr>Theme 4</vt:lpstr>
      <vt:lpstr>Theme 5</vt:lpstr>
      <vt:lpstr>Theme 6</vt:lpstr>
      <vt:lpstr>Theme 7</vt:lpstr>
      <vt:lpstr>Theme 8</vt:lpstr>
      <vt:lpstr>Theme 9</vt:lpstr>
      <vt:lpstr>Theme 10</vt:lpstr>
      <vt:lpstr>Theme 11</vt:lpstr>
      <vt:lpstr>Slide 1</vt:lpstr>
      <vt:lpstr>Slide 2</vt:lpstr>
      <vt:lpstr>Slide 3</vt:lpstr>
      <vt:lpstr>Slide 4</vt:lpstr>
      <vt:lpstr>Slide 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dc:language>en-US</dc:language>
  <cp:lastModifiedBy/>
  <cp:revision>10</cp:revision>
  <dcterms:created xsi:type="dcterms:W3CDTF">2012-12-03T06:56:55Z</dcterms:created>
  <dcterms:modified xsi:type="dcterms:W3CDTF">2026-03-03T05:17:28Z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3</vt:i4>
  </property>
  <property fmtid="{D5CDD505-2E9C-101B-9397-08002B2CF9AE}" pid="4" name="PresentationFormat">
    <vt:lpwstr>On-screen Show (4:3)</vt:lpwstr>
  </property>
  <property fmtid="{D5CDD505-2E9C-101B-9397-08002B2CF9AE}" pid="5" name="Slides">
    <vt:i4>3</vt:i4>
  </property>
</Properties>
</file>