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1" r:id="rId2"/>
    <p:sldMasterId id="2147483653" r:id="rId3"/>
    <p:sldMasterId id="2147483655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</p:sldMasterIdLst>
  <p:notesMasterIdLst>
    <p:notesMasterId r:id="rId29"/>
  </p:notesMasterIdLst>
  <p:sldIdLst>
    <p:sldId id="256" r:id="rId24"/>
    <p:sldId id="257" r:id="rId25"/>
    <p:sldId id="258" r:id="rId26"/>
    <p:sldId id="259" r:id="rId27"/>
    <p:sldId id="26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699584672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042383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07922770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773934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9136980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1353170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9438897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D33B551A-EC49-424A-AD4D-884F6F36A36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49405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06349340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245511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96802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13769910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288103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69189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668422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7283705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1A14610-8A20-40EF-B2CF-CE2BF6B8B87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338E38-A544-858F-F6A1-CFDCF7D981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808EC7-8A13-DBB7-048A-BAC32CCCDB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11294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168544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19311836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7684251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372C09B4-867A-49BB-8017-167ADF8C18C4}" type="slidenum">
              <a:rPr/>
              <a:t>&lt;#&gt;</a:t>
            </a:fld>
            <a:endParaRPr/>
          </a:p>
        </p:txBody>
      </p:sp>
      <p:sp>
        <p:nvSpPr>
          <p:cNvPr id="75551899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58247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3155741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9095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401847354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14C5F871-F31A-4592-B31D-26C8E46459C0}" type="slidenum">
              <a:rPr/>
              <a:t>&lt;#&gt;</a:t>
            </a:fld>
            <a:endParaRPr/>
          </a:p>
        </p:txBody>
      </p:sp>
      <p:sp>
        <p:nvSpPr>
          <p:cNvPr id="646988524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제목 및 세로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260080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89634421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E4140556-7199-4F47-855B-36BFD1BB75E6}" type="slidenum">
              <a:rPr/>
              <a:t>&lt;#&gt;</a:t>
            </a:fld>
            <a:endParaRPr/>
          </a:p>
        </p:txBody>
      </p:sp>
      <p:sp>
        <p:nvSpPr>
          <p:cNvPr id="214660546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세로 제목 및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113634" name="PlaceHolder 1"/>
          <p:cNvSpPr>
            <a:spLocks noGrp="1"/>
          </p:cNvSpPr>
          <p:nvPr>
            <p:ph type="ftr" idx="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90076281" name="PlaceHolder 2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881430A9-731E-4E18-9E2C-40CF332EB894}" type="slidenum">
              <a:rPr/>
              <a:t>&lt;#&gt;</a:t>
            </a:fld>
            <a:endParaRPr/>
          </a:p>
        </p:txBody>
      </p:sp>
      <p:sp>
        <p:nvSpPr>
          <p:cNvPr id="1595451800" name="PlaceHolder 3"/>
          <p:cNvSpPr>
            <a:spLocks noGrp="1"/>
          </p:cNvSpPr>
          <p:nvPr>
            <p:ph type="dt" idx="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제목 및 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51434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5008659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60983447" name="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915408461" name="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p>
            <a:pPr>
              <a:defRPr/>
            </a:pPr>
            <a:fld id="{1CF52CB6-1947-4799-A672-D3B608074F26}" type="slidenum">
              <a:rPr/>
              <a:t>&lt;#&gt;</a:t>
            </a:fld>
            <a:endParaRPr/>
          </a:p>
        </p:txBody>
      </p:sp>
      <p:sp>
        <p:nvSpPr>
          <p:cNvPr id="1706261314" name="PlaceHolder 5"/>
          <p:cNvSpPr>
            <a:spLocks noGrp="1"/>
          </p:cNvSpPr>
          <p:nvPr>
            <p:ph type="dt" idx="1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구역 머리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801623" name="PlaceHolder 1"/>
          <p:cNvSpPr>
            <a:spLocks noGrp="1"/>
          </p:cNvSpPr>
          <p:nvPr>
            <p:ph type="ftr" idx="1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24846092" name="PlaceHolder 2"/>
          <p:cNvSpPr>
            <a:spLocks noGrp="1"/>
          </p:cNvSpPr>
          <p:nvPr>
            <p:ph type="sldNum" idx="15"/>
          </p:nvPr>
        </p:nvSpPr>
        <p:spPr bwMode="auto"/>
        <p:txBody>
          <a:bodyPr/>
          <a:p>
            <a:pPr>
              <a:defRPr/>
            </a:pPr>
            <a:fld id="{653069BF-3D12-497D-944F-0B85BA5B1DB1}" type="slidenum">
              <a:rPr/>
              <a:t>&lt;#&gt;</a:t>
            </a:fld>
            <a:endParaRPr/>
          </a:p>
        </p:txBody>
      </p:sp>
      <p:sp>
        <p:nvSpPr>
          <p:cNvPr id="22643473" name="PlaceHolder 3"/>
          <p:cNvSpPr>
            <a:spLocks noGrp="1"/>
          </p:cNvSpPr>
          <p:nvPr>
            <p:ph type="dt" idx="1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콘텐츠 2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16446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5851194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0907448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6794608" name="PlaceHolder 4"/>
          <p:cNvSpPr>
            <a:spLocks noGrp="1"/>
          </p:cNvSpPr>
          <p:nvPr>
            <p:ph type="ftr" idx="1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8461323" name="PlaceHolder 5"/>
          <p:cNvSpPr>
            <a:spLocks noGrp="1"/>
          </p:cNvSpPr>
          <p:nvPr>
            <p:ph type="sldNum" idx="18"/>
          </p:nvPr>
        </p:nvSpPr>
        <p:spPr bwMode="auto"/>
        <p:txBody>
          <a:bodyPr/>
          <a:p>
            <a:pPr>
              <a:defRPr/>
            </a:pPr>
            <a:fld id="{E3ED98F8-D08A-439D-8FCD-2E3CCDD51E40}" type="slidenum">
              <a:rPr/>
              <a:t>&lt;#&gt;</a:t>
            </a:fld>
            <a:endParaRPr/>
          </a:p>
        </p:txBody>
      </p:sp>
      <p:sp>
        <p:nvSpPr>
          <p:cNvPr id="1166107808" name="PlaceHolder 6"/>
          <p:cNvSpPr>
            <a:spLocks noGrp="1"/>
          </p:cNvSpPr>
          <p:nvPr>
            <p:ph type="dt" idx="1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비교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280126" name="PlaceHolder 1"/>
          <p:cNvSpPr>
            <a:spLocks noGrp="1"/>
          </p:cNvSpPr>
          <p:nvPr>
            <p:ph type="ftr" idx="2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49268071" name="PlaceHolder 2"/>
          <p:cNvSpPr>
            <a:spLocks noGrp="1"/>
          </p:cNvSpPr>
          <p:nvPr>
            <p:ph type="sldNum" idx="21"/>
          </p:nvPr>
        </p:nvSpPr>
        <p:spPr bwMode="auto"/>
        <p:txBody>
          <a:bodyPr/>
          <a:p>
            <a:pPr>
              <a:defRPr/>
            </a:pPr>
            <a:fld id="{D8B83109-D72A-4FCB-A459-34083E804B44}" type="slidenum">
              <a:rPr/>
              <a:t>&lt;#&gt;</a:t>
            </a:fld>
            <a:endParaRPr/>
          </a:p>
        </p:txBody>
      </p:sp>
      <p:sp>
        <p:nvSpPr>
          <p:cNvPr id="715537451" name="PlaceHolder 3"/>
          <p:cNvSpPr>
            <a:spLocks noGrp="1"/>
          </p:cNvSpPr>
          <p:nvPr>
            <p:ph type="dt" idx="1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제목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91011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44521493" name="PlaceHolder 2"/>
          <p:cNvSpPr>
            <a:spLocks noGrp="1"/>
          </p:cNvSpPr>
          <p:nvPr>
            <p:ph type="ftr" idx="2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32371385" name="PlaceHolder 3"/>
          <p:cNvSpPr>
            <a:spLocks noGrp="1"/>
          </p:cNvSpPr>
          <p:nvPr>
            <p:ph type="sldNum" idx="24"/>
          </p:nvPr>
        </p:nvSpPr>
        <p:spPr bwMode="auto"/>
        <p:txBody>
          <a:bodyPr/>
          <a:p>
            <a:pPr>
              <a:defRPr/>
            </a:pPr>
            <a:fld id="{8F78D67D-4D4B-41F7-8ECB-7221A64514E4}" type="slidenum">
              <a:rPr/>
              <a:t>&lt;#&gt;</a:t>
            </a:fld>
            <a:endParaRPr/>
          </a:p>
        </p:txBody>
      </p:sp>
      <p:sp>
        <p:nvSpPr>
          <p:cNvPr id="1596613270" name="PlaceHolder 4"/>
          <p:cNvSpPr>
            <a:spLocks noGrp="1"/>
          </p:cNvSpPr>
          <p:nvPr>
            <p:ph type="dt" idx="2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빈 화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408362" name="PlaceHolder 1"/>
          <p:cNvSpPr>
            <a:spLocks noGrp="1"/>
          </p:cNvSpPr>
          <p:nvPr>
            <p:ph type="ftr" idx="2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29840847" name="PlaceHolder 2"/>
          <p:cNvSpPr>
            <a:spLocks noGrp="1"/>
          </p:cNvSpPr>
          <p:nvPr>
            <p:ph type="sldNum" idx="27"/>
          </p:nvPr>
        </p:nvSpPr>
        <p:spPr bwMode="auto"/>
        <p:txBody>
          <a:bodyPr/>
          <a:p>
            <a:pPr>
              <a:defRPr/>
            </a:pPr>
            <a:fld id="{3B138B26-9BAF-47DD-BABB-BD9E46392C07}" type="slidenum">
              <a:rPr/>
              <a:t>&lt;#&gt;</a:t>
            </a:fld>
            <a:endParaRPr/>
          </a:p>
        </p:txBody>
      </p:sp>
      <p:sp>
        <p:nvSpPr>
          <p:cNvPr id="634229402" name="PlaceHolder 3"/>
          <p:cNvSpPr>
            <a:spLocks noGrp="1"/>
          </p:cNvSpPr>
          <p:nvPr>
            <p:ph type="dt" idx="2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캡션 있는 콘텐츠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877439" name="PlaceHolder 1"/>
          <p:cNvSpPr>
            <a:spLocks noGrp="1"/>
          </p:cNvSpPr>
          <p:nvPr>
            <p:ph type="ftr" idx="2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60479141" name="PlaceHolder 2"/>
          <p:cNvSpPr>
            <a:spLocks noGrp="1"/>
          </p:cNvSpPr>
          <p:nvPr>
            <p:ph type="sldNum" idx="30"/>
          </p:nvPr>
        </p:nvSpPr>
        <p:spPr bwMode="auto"/>
        <p:txBody>
          <a:bodyPr/>
          <a:p>
            <a:pPr>
              <a:defRPr/>
            </a:pPr>
            <a:fld id="{7B0AF4AA-6376-424F-A2AD-2C02133E899F}" type="slidenum">
              <a:rPr/>
              <a:t>&lt;#&gt;</a:t>
            </a:fld>
            <a:endParaRPr/>
          </a:p>
        </p:txBody>
      </p:sp>
      <p:sp>
        <p:nvSpPr>
          <p:cNvPr id="618827285" name="PlaceHolder 3"/>
          <p:cNvSpPr>
            <a:spLocks noGrp="1"/>
          </p:cNvSpPr>
          <p:nvPr>
            <p:ph type="dt" idx="2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캡션 있는 그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94523" name="PlaceHolder 1"/>
          <p:cNvSpPr>
            <a:spLocks noGrp="1"/>
          </p:cNvSpPr>
          <p:nvPr>
            <p:ph type="ftr" idx="3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92468777" name="PlaceHolder 2"/>
          <p:cNvSpPr>
            <a:spLocks noGrp="1"/>
          </p:cNvSpPr>
          <p:nvPr>
            <p:ph type="sldNum" idx="33"/>
          </p:nvPr>
        </p:nvSpPr>
        <p:spPr bwMode="auto"/>
        <p:txBody>
          <a:bodyPr/>
          <a:p>
            <a:pPr>
              <a:defRPr/>
            </a:pPr>
            <a:fld id="{3477E9D4-463C-4728-A70D-6E677FCD0AD9}" type="slidenum">
              <a:rPr/>
              <a:t>&lt;#&gt;</a:t>
            </a:fld>
            <a:endParaRPr/>
          </a:p>
        </p:txBody>
      </p:sp>
      <p:sp>
        <p:nvSpPr>
          <p:cNvPr id="365428539" name="PlaceHolder 3"/>
          <p:cNvSpPr>
            <a:spLocks noGrp="1"/>
          </p:cNvSpPr>
          <p:nvPr>
            <p:ph type="dt" idx="3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31475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ko-KR" sz="60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1644793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2175639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933440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438BA92-69DC-4832-9E52-37E1F2D047C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2777083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78766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37166875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3864398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2088339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5848414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65086B1-96AC-458C-9EB8-CC33650F8B1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991223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10532459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2376950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8920230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24603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119F276-E9D4-4962-875B-C958409AB43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36826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71865675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5622090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4145414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1046455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93B162C-8E5F-4D1B-A900-2EF13F3380C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410714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60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7081579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9649707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4205125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434677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2D13645-A10B-4528-A2BF-59FBE6DD5CE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86872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01692255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46037428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89740060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8516642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3655759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D86495F-6CB1-4F2A-BCC0-FDA74F93949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513163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6298270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1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95928178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03832653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1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24933864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0631859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9798319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8766602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1BF663E-1241-4F45-9DDF-0312CD6161D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87093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32953780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0214378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9522226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37C6B1C-F0A1-4FF4-93A4-DD59EE228F7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742662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5342573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6876901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4BF2BEC-6A5E-4093-93B2-F6AA2A82394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660493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0292399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5614335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16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968824665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7833335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208494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6A93E9F-9427-4F95-9B58-5FC6DB2C038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280543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7761953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아이콘을 클릭하여 사진을 추가하세요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3353868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16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86128988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9164107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7294612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ED6C662-3106-4316-A6CE-230C4CC5566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0793931" name=""/>
          <p:cNvSpPr/>
          <p:nvPr/>
        </p:nvSpPr>
        <p:spPr bwMode="auto">
          <a:xfrm>
            <a:off x="258840" y="154800"/>
            <a:ext cx="11674079" cy="6385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190495" name=""/>
          <p:cNvSpPr/>
          <p:nvPr/>
        </p:nvSpPr>
        <p:spPr bwMode="auto">
          <a:xfrm>
            <a:off x="4932360" y="401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server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5115944" name=""/>
          <p:cNvSpPr/>
          <p:nvPr/>
        </p:nvSpPr>
        <p:spPr bwMode="auto">
          <a:xfrm>
            <a:off x="1079640" y="337140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device pc1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1672279" name=""/>
          <p:cNvSpPr/>
          <p:nvPr/>
        </p:nvSpPr>
        <p:spPr bwMode="auto">
          <a:xfrm>
            <a:off x="4628520" y="337140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device pc2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676488" name=""/>
          <p:cNvSpPr/>
          <p:nvPr/>
        </p:nvSpPr>
        <p:spPr bwMode="auto">
          <a:xfrm>
            <a:off x="8234640" y="337140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device pc3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027694" name=""/>
          <p:cNvSpPr/>
          <p:nvPr/>
        </p:nvSpPr>
        <p:spPr bwMode="auto">
          <a:xfrm>
            <a:off x="1029600" y="694080"/>
            <a:ext cx="1728000" cy="585720"/>
          </a:xfrm>
          <a:prstGeom prst="flowChartMagneticDisk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DB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77658973" name=""/>
          <p:cNvCxnSpPr>
            <a:stCxn id="438190495" idx="2"/>
            <a:endCxn id="1465115944" idx="0"/>
          </p:cNvCxnSpPr>
          <p:nvPr/>
        </p:nvCxnSpPr>
        <p:spPr bwMode="auto">
          <a:xfrm rot="5400000">
            <a:off x="3364200" y="697320"/>
            <a:ext cx="1799280" cy="3549240"/>
          </a:xfrm>
          <a:prstGeom prst="bentConnector3">
            <a:avLst>
              <a:gd name="adj1" fmla="val 50030"/>
            </a:avLst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630007317" name=""/>
          <p:cNvCxnSpPr>
            <a:stCxn id="438190495" idx="2"/>
            <a:endCxn id="1901672279" idx="0"/>
          </p:cNvCxnSpPr>
          <p:nvPr/>
        </p:nvCxnSpPr>
        <p:spPr bwMode="auto">
          <a:xfrm rot="16199999">
            <a:off x="5139000" y="2471760"/>
            <a:ext cx="179928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707020840" name=""/>
          <p:cNvCxnSpPr>
            <a:stCxn id="438190495" idx="2"/>
            <a:endCxn id="203676488" idx="0"/>
          </p:cNvCxnSpPr>
          <p:nvPr/>
        </p:nvCxnSpPr>
        <p:spPr bwMode="auto">
          <a:xfrm rot="16199999" flipH="1">
            <a:off x="6941880" y="668520"/>
            <a:ext cx="1799280" cy="3606480"/>
          </a:xfrm>
          <a:prstGeom prst="bentConnector3">
            <a:avLst>
              <a:gd name="adj1" fmla="val 90254"/>
            </a:avLst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2101070893" name=""/>
          <p:cNvSpPr/>
          <p:nvPr/>
        </p:nvSpPr>
        <p:spPr bwMode="auto">
          <a:xfrm>
            <a:off x="9344880" y="28368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관리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906736" name=""/>
          <p:cNvSpPr/>
          <p:nvPr/>
        </p:nvSpPr>
        <p:spPr bwMode="auto">
          <a:xfrm>
            <a:off x="4628520" y="506556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Arduino Uno (R3)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51251587" name=""/>
          <p:cNvCxnSpPr>
            <a:stCxn id="1901672279" idx="2"/>
            <a:endCxn id="972906736" idx="0"/>
          </p:cNvCxnSpPr>
          <p:nvPr/>
        </p:nvCxnSpPr>
        <p:spPr bwMode="auto">
          <a:xfrm rot="16199999">
            <a:off x="5883480" y="4910760"/>
            <a:ext cx="30996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106702184" name=""/>
          <p:cNvSpPr/>
          <p:nvPr/>
        </p:nvSpPr>
        <p:spPr bwMode="auto">
          <a:xfrm>
            <a:off x="1079640" y="506556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Arduino Uno (R3)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38985467" name=""/>
          <p:cNvCxnSpPr>
            <a:stCxn id="1465115944" idx="2"/>
            <a:endCxn id="106702184" idx="0"/>
          </p:cNvCxnSpPr>
          <p:nvPr/>
        </p:nvCxnSpPr>
        <p:spPr bwMode="auto">
          <a:xfrm rot="16199999">
            <a:off x="2334600" y="4910760"/>
            <a:ext cx="30996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934982984" name=""/>
          <p:cNvSpPr/>
          <p:nvPr/>
        </p:nvSpPr>
        <p:spPr bwMode="auto">
          <a:xfrm>
            <a:off x="8234640" y="506556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Arduino Uno (R3)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17180375" name=""/>
          <p:cNvCxnSpPr>
            <a:stCxn id="203676488" idx="2"/>
            <a:endCxn id="934982984" idx="0"/>
          </p:cNvCxnSpPr>
          <p:nvPr/>
        </p:nvCxnSpPr>
        <p:spPr bwMode="auto">
          <a:xfrm rot="16199999">
            <a:off x="9489600" y="4910760"/>
            <a:ext cx="30996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25234521" name=""/>
          <p:cNvSpPr/>
          <p:nvPr/>
        </p:nvSpPr>
        <p:spPr bwMode="auto">
          <a:xfrm>
            <a:off x="9344880" y="1670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ko-KR" sz="1800" b="0" strike="noStrike" spc="-1">
                <a:solidFill>
                  <a:schemeClr val="lt1"/>
                </a:solidFill>
                <a:latin typeface="Arial"/>
                <a:ea typeface="Arial"/>
              </a:rPr>
              <a:t>운영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924323" name=""/>
          <p:cNvSpPr/>
          <p:nvPr/>
        </p:nvSpPr>
        <p:spPr bwMode="auto">
          <a:xfrm>
            <a:off x="896760" y="1572840"/>
            <a:ext cx="1741680" cy="67320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board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59220957" name=""/>
          <p:cNvCxnSpPr>
            <a:stCxn id="846027694" idx="1"/>
            <a:endCxn id="438190495" idx="1"/>
          </p:cNvCxnSpPr>
          <p:nvPr/>
        </p:nvCxnSpPr>
        <p:spPr bwMode="auto">
          <a:xfrm>
            <a:off x="2757600" y="986760"/>
            <a:ext cx="2175120" cy="360"/>
          </a:xfrm>
          <a:prstGeom prst="straightConnector1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416087303" name=""/>
          <p:cNvCxnSpPr>
            <a:stCxn id="873924323" idx="2"/>
            <a:endCxn id="1465115944" idx="0"/>
          </p:cNvCxnSpPr>
          <p:nvPr/>
        </p:nvCxnSpPr>
        <p:spPr bwMode="auto">
          <a:xfrm rot="16199999" flipH="1">
            <a:off x="1565640" y="2447640"/>
            <a:ext cx="1125720" cy="72216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836972158" name=""/>
          <p:cNvCxnSpPr>
            <a:stCxn id="438190495" idx="3"/>
            <a:endCxn id="2101070893" idx="1"/>
          </p:cNvCxnSpPr>
          <p:nvPr/>
        </p:nvCxnSpPr>
        <p:spPr bwMode="auto">
          <a:xfrm flipV="1">
            <a:off x="7144200" y="869400"/>
            <a:ext cx="2201040" cy="117720"/>
          </a:xfrm>
          <a:prstGeom prst="bentConnector3">
            <a:avLst>
              <a:gd name="adj1" fmla="val 50008"/>
            </a:avLst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041200575" name=""/>
          <p:cNvCxnSpPr>
            <a:stCxn id="438190495" idx="3"/>
            <a:endCxn id="25234521" idx="1"/>
          </p:cNvCxnSpPr>
          <p:nvPr/>
        </p:nvCxnSpPr>
        <p:spPr bwMode="auto">
          <a:xfrm>
            <a:off x="7144200" y="986760"/>
            <a:ext cx="2201040" cy="1269360"/>
          </a:xfrm>
          <a:prstGeom prst="bentConnector3">
            <a:avLst>
              <a:gd name="adj1" fmla="val 50008"/>
            </a:avLst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741024" name=""/>
          <p:cNvSpPr/>
          <p:nvPr/>
        </p:nvSpPr>
        <p:spPr bwMode="auto">
          <a:xfrm>
            <a:off x="258840" y="154800"/>
            <a:ext cx="11674079" cy="6385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16821487" name=""/>
          <p:cNvSpPr/>
          <p:nvPr/>
        </p:nvSpPr>
        <p:spPr bwMode="auto">
          <a:xfrm>
            <a:off x="4932360" y="401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server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0465951" name=""/>
          <p:cNvSpPr/>
          <p:nvPr/>
        </p:nvSpPr>
        <p:spPr bwMode="auto">
          <a:xfrm>
            <a:off x="4628520" y="337140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device 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4897282" name=""/>
          <p:cNvSpPr/>
          <p:nvPr/>
        </p:nvSpPr>
        <p:spPr bwMode="auto">
          <a:xfrm>
            <a:off x="1029600" y="694080"/>
            <a:ext cx="1728000" cy="585720"/>
          </a:xfrm>
          <a:prstGeom prst="flowChartMagneticDisk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DB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56964229" name=""/>
          <p:cNvCxnSpPr>
            <a:stCxn id="716821487" idx="2"/>
            <a:endCxn id="2030465951" idx="0"/>
          </p:cNvCxnSpPr>
          <p:nvPr/>
        </p:nvCxnSpPr>
        <p:spPr bwMode="auto">
          <a:xfrm rot="16199999">
            <a:off x="5139000" y="2471760"/>
            <a:ext cx="179928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61472117" name=""/>
          <p:cNvCxnSpPr>
            <a:stCxn id="2030465951" idx="2"/>
          </p:cNvCxnSpPr>
          <p:nvPr/>
        </p:nvCxnSpPr>
        <p:spPr bwMode="auto">
          <a:xfrm rot="16199999">
            <a:off x="5883840" y="4910400"/>
            <a:ext cx="30960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1887802635" name=""/>
          <p:cNvSpPr/>
          <p:nvPr/>
        </p:nvSpPr>
        <p:spPr bwMode="auto">
          <a:xfrm>
            <a:off x="8234640" y="506556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Arduino Uno (R3)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901792" name=""/>
          <p:cNvSpPr/>
          <p:nvPr/>
        </p:nvSpPr>
        <p:spPr bwMode="auto">
          <a:xfrm>
            <a:off x="9344880" y="401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ko-KR" sz="1800" b="0" strike="noStrike" spc="-1">
                <a:solidFill>
                  <a:schemeClr val="lt1"/>
                </a:solidFill>
                <a:latin typeface="Arial"/>
                <a:ea typeface="Arial"/>
              </a:rPr>
              <a:t>관리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/ </a:t>
            </a:r>
            <a:r>
              <a:rPr lang="ko-KR" sz="1800" b="0" strike="noStrike" spc="-1">
                <a:solidFill>
                  <a:schemeClr val="lt1"/>
                </a:solidFill>
                <a:latin typeface="Arial"/>
                <a:ea typeface="Arial"/>
              </a:rPr>
              <a:t>운영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2726749" name=""/>
          <p:cNvSpPr/>
          <p:nvPr/>
        </p:nvSpPr>
        <p:spPr bwMode="auto">
          <a:xfrm>
            <a:off x="1015920" y="3092040"/>
            <a:ext cx="1741680" cy="67320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camera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53802694" name=""/>
          <p:cNvCxnSpPr>
            <a:stCxn id="1744897282" idx="1"/>
            <a:endCxn id="716821487" idx="1"/>
          </p:cNvCxnSpPr>
          <p:nvPr/>
        </p:nvCxnSpPr>
        <p:spPr bwMode="auto">
          <a:xfrm>
            <a:off x="2757600" y="986760"/>
            <a:ext cx="2175120" cy="360"/>
          </a:xfrm>
          <a:prstGeom prst="straightConnector1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875980867" name=""/>
          <p:cNvCxnSpPr>
            <a:stCxn id="2102726749" idx="2"/>
            <a:endCxn id="2030465951" idx="1"/>
          </p:cNvCxnSpPr>
          <p:nvPr/>
        </p:nvCxnSpPr>
        <p:spPr bwMode="auto">
          <a:xfrm rot="16199999" flipH="1">
            <a:off x="3108600" y="2543400"/>
            <a:ext cx="298800" cy="274212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585168480" name=""/>
          <p:cNvCxnSpPr>
            <a:stCxn id="716821487" idx="3"/>
            <a:endCxn id="793901792" idx="1"/>
          </p:cNvCxnSpPr>
          <p:nvPr/>
        </p:nvCxnSpPr>
        <p:spPr bwMode="auto">
          <a:xfrm>
            <a:off x="7144200" y="986760"/>
            <a:ext cx="220104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935740002" name=""/>
          <p:cNvCxnSpPr>
            <a:stCxn id="2030465951" idx="1"/>
          </p:cNvCxnSpPr>
          <p:nvPr/>
        </p:nvCxnSpPr>
        <p:spPr bwMode="auto">
          <a:xfrm rot="10800000" flipV="1">
            <a:off x="2489400" y="4063680"/>
            <a:ext cx="2139480" cy="1001879"/>
          </a:xfrm>
          <a:prstGeom prst="bentConnector3">
            <a:avLst>
              <a:gd name="adj1" fmla="val 100000"/>
            </a:avLst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753259483" name=""/>
          <p:cNvCxnSpPr>
            <a:stCxn id="2030465951" idx="3"/>
            <a:endCxn id="1887802635" idx="0"/>
          </p:cNvCxnSpPr>
          <p:nvPr/>
        </p:nvCxnSpPr>
        <p:spPr bwMode="auto">
          <a:xfrm>
            <a:off x="7448039" y="4063680"/>
            <a:ext cx="2196720" cy="100224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146056923" name=""/>
          <p:cNvSpPr/>
          <p:nvPr/>
        </p:nvSpPr>
        <p:spPr bwMode="auto">
          <a:xfrm>
            <a:off x="5295959" y="5065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2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7885035" name=""/>
          <p:cNvSpPr/>
          <p:nvPr/>
        </p:nvSpPr>
        <p:spPr bwMode="auto">
          <a:xfrm>
            <a:off x="1773360" y="5065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1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801066" name=""/>
          <p:cNvSpPr/>
          <p:nvPr/>
        </p:nvSpPr>
        <p:spPr bwMode="auto">
          <a:xfrm>
            <a:off x="188640" y="398880"/>
            <a:ext cx="11874600" cy="6272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3115658" name=""/>
          <p:cNvSpPr/>
          <p:nvPr/>
        </p:nvSpPr>
        <p:spPr bwMode="auto">
          <a:xfrm>
            <a:off x="5819039" y="3565440"/>
            <a:ext cx="5749200" cy="288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9335962" name=""/>
          <p:cNvSpPr/>
          <p:nvPr/>
        </p:nvSpPr>
        <p:spPr bwMode="auto">
          <a:xfrm>
            <a:off x="188640" y="385560"/>
            <a:ext cx="5438880" cy="2891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136454" name=""/>
          <p:cNvSpPr/>
          <p:nvPr/>
        </p:nvSpPr>
        <p:spPr bwMode="auto">
          <a:xfrm>
            <a:off x="210816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9853875" name=""/>
          <p:cNvSpPr/>
          <p:nvPr/>
        </p:nvSpPr>
        <p:spPr bwMode="auto">
          <a:xfrm>
            <a:off x="21081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62848127" name=""/>
          <p:cNvCxnSpPr/>
          <p:nvPr/>
        </p:nvCxnSpPr>
        <p:spPr bwMode="auto">
          <a:xfrm>
            <a:off x="285048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026194325" name=""/>
          <p:cNvSpPr/>
          <p:nvPr/>
        </p:nvSpPr>
        <p:spPr bwMode="auto">
          <a:xfrm>
            <a:off x="380268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RFID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6673125" name=""/>
          <p:cNvCxnSpPr>
            <a:stCxn id="1050136454" idx="3"/>
            <a:endCxn id="1026194325" idx="1"/>
          </p:cNvCxnSpPr>
          <p:nvPr/>
        </p:nvCxnSpPr>
        <p:spPr bwMode="auto">
          <a:xfrm>
            <a:off x="3592800" y="855000"/>
            <a:ext cx="21024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964949722" name=""/>
          <p:cNvSpPr/>
          <p:nvPr/>
        </p:nvSpPr>
        <p:spPr bwMode="auto">
          <a:xfrm>
            <a:off x="37958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506984" name=""/>
          <p:cNvSpPr/>
          <p:nvPr/>
        </p:nvSpPr>
        <p:spPr bwMode="auto">
          <a:xfrm>
            <a:off x="47700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cxnSp>
        <p:nvCxnSpPr>
          <p:cNvPr id="270985050" name=""/>
          <p:cNvCxnSpPr>
            <a:stCxn id="1050136454" idx="2"/>
            <a:endCxn id="872506984" idx="0"/>
          </p:cNvCxnSpPr>
          <p:nvPr/>
        </p:nvCxnSpPr>
        <p:spPr bwMode="auto">
          <a:xfrm rot="5400000">
            <a:off x="1372320" y="1005840"/>
            <a:ext cx="1325160" cy="163152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628964701" name=""/>
          <p:cNvCxnSpPr>
            <a:stCxn id="1050136454" idx="2"/>
            <a:endCxn id="964949722" idx="0"/>
          </p:cNvCxnSpPr>
          <p:nvPr/>
        </p:nvCxnSpPr>
        <p:spPr bwMode="auto">
          <a:xfrm rot="16199999" flipH="1">
            <a:off x="3031920" y="977400"/>
            <a:ext cx="1325160" cy="16880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663327235" name=""/>
          <p:cNvSpPr/>
          <p:nvPr/>
        </p:nvSpPr>
        <p:spPr bwMode="auto">
          <a:xfrm>
            <a:off x="3204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1602 LCD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3711240" name=""/>
          <p:cNvCxnSpPr>
            <a:stCxn id="1050136454" idx="1"/>
            <a:endCxn id="1663327235" idx="3"/>
          </p:cNvCxnSpPr>
          <p:nvPr/>
        </p:nvCxnSpPr>
        <p:spPr bwMode="auto">
          <a:xfrm flipH="1">
            <a:off x="1805040" y="85500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91110977" name=""/>
          <p:cNvSpPr/>
          <p:nvPr/>
        </p:nvSpPr>
        <p:spPr bwMode="auto">
          <a:xfrm>
            <a:off x="99576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4531809" name=""/>
          <p:cNvCxnSpPr>
            <a:stCxn id="1712756314" idx="1"/>
            <a:endCxn id="542283056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640970582" name=""/>
          <p:cNvSpPr/>
          <p:nvPr/>
        </p:nvSpPr>
        <p:spPr bwMode="auto">
          <a:xfrm>
            <a:off x="5957640" y="4588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223917" name=""/>
          <p:cNvSpPr/>
          <p:nvPr/>
        </p:nvSpPr>
        <p:spPr bwMode="auto">
          <a:xfrm>
            <a:off x="5825520" y="360707"/>
            <a:ext cx="5749200" cy="31658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3412378" name=""/>
          <p:cNvCxnSpPr>
            <a:stCxn id="429766917" idx="1"/>
            <a:endCxn id="1640970582" idx="3"/>
          </p:cNvCxnSpPr>
          <p:nvPr/>
        </p:nvCxnSpPr>
        <p:spPr bwMode="auto">
          <a:xfrm rot="10800000">
            <a:off x="7441920" y="4892039"/>
            <a:ext cx="1155600" cy="810720"/>
          </a:xfrm>
          <a:prstGeom prst="bentConnector3">
            <a:avLst>
              <a:gd name="adj1" fmla="val 49984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542283056" name=""/>
          <p:cNvSpPr/>
          <p:nvPr/>
        </p:nvSpPr>
        <p:spPr bwMode="auto">
          <a:xfrm>
            <a:off x="59576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096448" name=""/>
          <p:cNvSpPr/>
          <p:nvPr/>
        </p:nvSpPr>
        <p:spPr bwMode="auto">
          <a:xfrm>
            <a:off x="99576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2756314" name=""/>
          <p:cNvSpPr/>
          <p:nvPr/>
        </p:nvSpPr>
        <p:spPr bwMode="auto">
          <a:xfrm>
            <a:off x="9957600" y="136188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67295774" name=""/>
          <p:cNvCxnSpPr>
            <a:stCxn id="184096448" idx="1"/>
            <a:endCxn id="542283056" idx="3"/>
          </p:cNvCxnSpPr>
          <p:nvPr/>
        </p:nvCxnSpPr>
        <p:spPr bwMode="auto">
          <a:xfrm rot="10800000">
            <a:off x="7441920" y="855000"/>
            <a:ext cx="2515680" cy="3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47449260" name=""/>
          <p:cNvCxnSpPr>
            <a:stCxn id="1712756314" idx="1"/>
            <a:endCxn id="542283056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823567410" name=""/>
          <p:cNvCxnSpPr>
            <a:endCxn id="542283056" idx="3"/>
          </p:cNvCxnSpPr>
          <p:nvPr/>
        </p:nvCxnSpPr>
        <p:spPr bwMode="auto">
          <a:xfrm rot="10800000">
            <a:off x="7441920" y="855000"/>
            <a:ext cx="2502720" cy="1664280"/>
          </a:xfrm>
          <a:prstGeom prst="bentConnector3">
            <a:avLst>
              <a:gd name="adj1" fmla="val 4997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807303697" name=""/>
          <p:cNvSpPr/>
          <p:nvPr/>
        </p:nvSpPr>
        <p:spPr bwMode="auto">
          <a:xfrm>
            <a:off x="9957600" y="21794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IR 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적외선 센서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3568968" name=""/>
          <p:cNvSpPr/>
          <p:nvPr/>
        </p:nvSpPr>
        <p:spPr bwMode="auto">
          <a:xfrm>
            <a:off x="5973840" y="1361880"/>
            <a:ext cx="171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주차면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센서정보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049397" name=""/>
          <p:cNvSpPr/>
          <p:nvPr/>
        </p:nvSpPr>
        <p:spPr bwMode="auto">
          <a:xfrm>
            <a:off x="21150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47159361" name=""/>
          <p:cNvCxnSpPr>
            <a:stCxn id="1238049397" idx="3"/>
          </p:cNvCxnSpPr>
          <p:nvPr/>
        </p:nvCxnSpPr>
        <p:spPr bwMode="auto">
          <a:xfrm>
            <a:off x="3599640" y="855000"/>
            <a:ext cx="203400" cy="72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2079763389" name=""/>
          <p:cNvCxnSpPr>
            <a:stCxn id="1238049397" idx="2"/>
          </p:cNvCxnSpPr>
          <p:nvPr/>
        </p:nvCxnSpPr>
        <p:spPr bwMode="auto">
          <a:xfrm rot="5400000">
            <a:off x="1375920" y="1001879"/>
            <a:ext cx="1324800" cy="163836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467464456" name=""/>
          <p:cNvCxnSpPr>
            <a:stCxn id="1238049397" idx="2"/>
          </p:cNvCxnSpPr>
          <p:nvPr/>
        </p:nvCxnSpPr>
        <p:spPr bwMode="auto">
          <a:xfrm rot="16199999" flipH="1">
            <a:off x="3035519" y="980280"/>
            <a:ext cx="1324800" cy="168120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994536667" name=""/>
          <p:cNvCxnSpPr/>
          <p:nvPr/>
        </p:nvCxnSpPr>
        <p:spPr bwMode="auto">
          <a:xfrm flipH="1">
            <a:off x="1811880" y="85536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044422449" name=""/>
          <p:cNvSpPr/>
          <p:nvPr/>
        </p:nvSpPr>
        <p:spPr bwMode="auto">
          <a:xfrm>
            <a:off x="495000" y="1320120"/>
            <a:ext cx="199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주차장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입출차 관리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609320" name=""/>
          <p:cNvSpPr/>
          <p:nvPr/>
        </p:nvSpPr>
        <p:spPr bwMode="auto">
          <a:xfrm>
            <a:off x="5957640" y="3806280"/>
            <a:ext cx="1764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주차타워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관리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9684699" name=""/>
          <p:cNvSpPr/>
          <p:nvPr/>
        </p:nvSpPr>
        <p:spPr bwMode="auto">
          <a:xfrm>
            <a:off x="188640" y="3558600"/>
            <a:ext cx="5438880" cy="2891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275670" name=""/>
          <p:cNvSpPr/>
          <p:nvPr/>
        </p:nvSpPr>
        <p:spPr bwMode="auto">
          <a:xfrm>
            <a:off x="166680" y="3535200"/>
            <a:ext cx="220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주차장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차량 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lpr </a:t>
            </a: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확인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1646278" name="" descr=""/>
          <p:cNvPicPr/>
          <p:nvPr/>
        </p:nvPicPr>
        <p:blipFill rotWithShape="1">
          <a:blip r:embed="rId3"/>
          <a:stretch/>
        </p:blipFill>
        <p:spPr bwMode="auto">
          <a:xfrm>
            <a:off x="10145880" y="3558600"/>
            <a:ext cx="1422360" cy="2831400"/>
          </a:xfrm>
          <a:prstGeom prst="rect">
            <a:avLst/>
          </a:prstGeom>
          <a:ln w="0">
            <a:noFill/>
          </a:ln>
        </p:spPr>
      </p:pic>
      <p:cxnSp>
        <p:nvCxnSpPr>
          <p:cNvPr id="48928481" name=""/>
          <p:cNvCxnSpPr>
            <a:endCxn id="1640970582" idx="3"/>
          </p:cNvCxnSpPr>
          <p:nvPr/>
        </p:nvCxnSpPr>
        <p:spPr bwMode="auto">
          <a:xfrm rot="10800000" flipV="1">
            <a:off x="7441920" y="4210560"/>
            <a:ext cx="2522160" cy="681840"/>
          </a:xfrm>
          <a:prstGeom prst="bentConnector3">
            <a:avLst>
              <a:gd name="adj1" fmla="val 77259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439837308" name=""/>
          <p:cNvCxnSpPr>
            <a:stCxn id="605937719" idx="1"/>
            <a:endCxn id="1640970582" idx="3"/>
          </p:cNvCxnSpPr>
          <p:nvPr/>
        </p:nvCxnSpPr>
        <p:spPr bwMode="auto">
          <a:xfrm rot="10800000">
            <a:off x="7441920" y="4892400"/>
            <a:ext cx="1155600" cy="3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319132007" name=""/>
          <p:cNvCxnSpPr>
            <a:stCxn id="429766917" idx="1"/>
            <a:endCxn id="1640970582" idx="3"/>
          </p:cNvCxnSpPr>
          <p:nvPr/>
        </p:nvCxnSpPr>
        <p:spPr bwMode="auto">
          <a:xfrm rot="10800000">
            <a:off x="7441920" y="4892039"/>
            <a:ext cx="1155600" cy="810720"/>
          </a:xfrm>
          <a:prstGeom prst="bentConnector3">
            <a:avLst>
              <a:gd name="adj1" fmla="val 49984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778221320" name=""/>
          <p:cNvSpPr/>
          <p:nvPr/>
        </p:nvSpPr>
        <p:spPr bwMode="auto">
          <a:xfrm>
            <a:off x="8597520" y="387576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스텝모터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937719" name=""/>
          <p:cNvSpPr/>
          <p:nvPr/>
        </p:nvSpPr>
        <p:spPr bwMode="auto">
          <a:xfrm>
            <a:off x="8597520" y="4588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766917" name=""/>
          <p:cNvSpPr/>
          <p:nvPr/>
        </p:nvSpPr>
        <p:spPr bwMode="auto">
          <a:xfrm>
            <a:off x="8597520" y="539928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3005106" name=""/>
          <p:cNvCxnSpPr/>
          <p:nvPr/>
        </p:nvCxnSpPr>
        <p:spPr bwMode="auto">
          <a:xfrm>
            <a:off x="285732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377267959" name=""/>
          <p:cNvSpPr/>
          <p:nvPr/>
        </p:nvSpPr>
        <p:spPr bwMode="auto">
          <a:xfrm>
            <a:off x="4838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48334538" name=""/>
          <p:cNvCxnSpPr/>
          <p:nvPr/>
        </p:nvCxnSpPr>
        <p:spPr bwMode="auto">
          <a:xfrm rot="10800000" flipV="1">
            <a:off x="1225800" y="1159200"/>
            <a:ext cx="1631520" cy="1324440"/>
          </a:xfrm>
          <a:prstGeom prst="bentConnector3">
            <a:avLst>
              <a:gd name="adj1" fmla="val 4998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35534295" name=""/>
          <p:cNvCxnSpPr/>
          <p:nvPr/>
        </p:nvCxnSpPr>
        <p:spPr bwMode="auto">
          <a:xfrm>
            <a:off x="2857320" y="1159200"/>
            <a:ext cx="1688040" cy="13244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962458049" name=""/>
          <p:cNvSpPr/>
          <p:nvPr/>
        </p:nvSpPr>
        <p:spPr bwMode="auto">
          <a:xfrm>
            <a:off x="211500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44473623" name=""/>
          <p:cNvCxnSpPr>
            <a:endCxn id="962458049" idx="0"/>
          </p:cNvCxnSpPr>
          <p:nvPr/>
        </p:nvCxnSpPr>
        <p:spPr bwMode="auto">
          <a:xfrm>
            <a:off x="2854080" y="1159200"/>
            <a:ext cx="360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877232197" name=""/>
          <p:cNvCxnSpPr/>
          <p:nvPr/>
        </p:nvCxnSpPr>
        <p:spPr bwMode="auto">
          <a:xfrm>
            <a:off x="286416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407685385" name=""/>
          <p:cNvSpPr/>
          <p:nvPr/>
        </p:nvSpPr>
        <p:spPr bwMode="auto">
          <a:xfrm>
            <a:off x="49068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77647994" name=""/>
          <p:cNvCxnSpPr/>
          <p:nvPr/>
        </p:nvCxnSpPr>
        <p:spPr bwMode="auto">
          <a:xfrm rot="10800000" flipV="1">
            <a:off x="1232640" y="1159200"/>
            <a:ext cx="1631520" cy="1324440"/>
          </a:xfrm>
          <a:prstGeom prst="bentConnector3">
            <a:avLst>
              <a:gd name="adj1" fmla="val 4998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943512811" name=""/>
          <p:cNvCxnSpPr/>
          <p:nvPr/>
        </p:nvCxnSpPr>
        <p:spPr bwMode="auto">
          <a:xfrm>
            <a:off x="2864160" y="1159200"/>
            <a:ext cx="1688040" cy="13244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088470527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22221033" name=""/>
          <p:cNvCxnSpPr>
            <a:stCxn id="1088470527" idx="2"/>
          </p:cNvCxnSpPr>
          <p:nvPr/>
        </p:nvCxnSpPr>
        <p:spPr bwMode="auto">
          <a:xfrm>
            <a:off x="2843640" y="1158840"/>
            <a:ext cx="396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2075308778" name=""/>
          <p:cNvSpPr/>
          <p:nvPr/>
        </p:nvSpPr>
        <p:spPr bwMode="auto">
          <a:xfrm>
            <a:off x="37958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RFID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9238686" name=""/>
          <p:cNvCxnSpPr/>
          <p:nvPr/>
        </p:nvCxnSpPr>
        <p:spPr bwMode="auto">
          <a:xfrm>
            <a:off x="3586320" y="855360"/>
            <a:ext cx="2098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502789039" name=""/>
          <p:cNvCxnSpPr>
            <a:stCxn id="1088470527" idx="2"/>
          </p:cNvCxnSpPr>
          <p:nvPr/>
        </p:nvCxnSpPr>
        <p:spPr bwMode="auto">
          <a:xfrm rot="5400000">
            <a:off x="1369080" y="1008720"/>
            <a:ext cx="1324800" cy="162468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597014193" name=""/>
          <p:cNvCxnSpPr>
            <a:stCxn id="1088470527" idx="2"/>
          </p:cNvCxnSpPr>
          <p:nvPr/>
        </p:nvCxnSpPr>
        <p:spPr bwMode="auto">
          <a:xfrm rot="16199999" flipH="1">
            <a:off x="3028680" y="973440"/>
            <a:ext cx="1324800" cy="169488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746480183" name=""/>
          <p:cNvCxnSpPr/>
          <p:nvPr/>
        </p:nvCxnSpPr>
        <p:spPr bwMode="auto">
          <a:xfrm flipH="1">
            <a:off x="1798200" y="85536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642278441" name=""/>
          <p:cNvCxnSpPr/>
          <p:nvPr/>
        </p:nvCxnSpPr>
        <p:spPr bwMode="auto">
          <a:xfrm rot="10800000" flipV="1">
            <a:off x="1225800" y="1159200"/>
            <a:ext cx="1631520" cy="1324440"/>
          </a:xfrm>
          <a:prstGeom prst="bentConnector3">
            <a:avLst>
              <a:gd name="adj1" fmla="val 4998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424490286" name=""/>
          <p:cNvSpPr/>
          <p:nvPr/>
        </p:nvSpPr>
        <p:spPr bwMode="auto">
          <a:xfrm>
            <a:off x="380808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93115649" name=""/>
          <p:cNvCxnSpPr>
            <a:endCxn id="424490286" idx="0"/>
          </p:cNvCxnSpPr>
          <p:nvPr/>
        </p:nvCxnSpPr>
        <p:spPr bwMode="auto">
          <a:xfrm rot="16199999" flipH="1">
            <a:off x="3038400" y="971280"/>
            <a:ext cx="1324800" cy="170028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753407620" name=""/>
          <p:cNvSpPr/>
          <p:nvPr/>
        </p:nvSpPr>
        <p:spPr bwMode="auto">
          <a:xfrm>
            <a:off x="21272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4915555" name=""/>
          <p:cNvCxnSpPr>
            <a:endCxn id="1753407620" idx="0"/>
          </p:cNvCxnSpPr>
          <p:nvPr/>
        </p:nvCxnSpPr>
        <p:spPr bwMode="auto">
          <a:xfrm>
            <a:off x="2865960" y="1159200"/>
            <a:ext cx="396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745074391" name=""/>
          <p:cNvSpPr/>
          <p:nvPr/>
        </p:nvSpPr>
        <p:spPr bwMode="auto">
          <a:xfrm>
            <a:off x="5025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7781383" name=""/>
          <p:cNvCxnSpPr/>
          <p:nvPr/>
        </p:nvCxnSpPr>
        <p:spPr bwMode="auto">
          <a:xfrm>
            <a:off x="285912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754696582" name=""/>
          <p:cNvCxnSpPr/>
          <p:nvPr/>
        </p:nvCxnSpPr>
        <p:spPr bwMode="auto">
          <a:xfrm>
            <a:off x="3598560" y="855360"/>
            <a:ext cx="20952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59830693" name=""/>
          <p:cNvCxnSpPr/>
          <p:nvPr/>
        </p:nvCxnSpPr>
        <p:spPr bwMode="auto">
          <a:xfrm>
            <a:off x="2855880" y="1159200"/>
            <a:ext cx="1694880" cy="1324440"/>
          </a:xfrm>
          <a:prstGeom prst="bentConnector3">
            <a:avLst>
              <a:gd name="adj1" fmla="val 5001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2144019415" name=""/>
          <p:cNvCxnSpPr/>
          <p:nvPr/>
        </p:nvCxnSpPr>
        <p:spPr bwMode="auto">
          <a:xfrm flipH="1">
            <a:off x="1810440" y="855360"/>
            <a:ext cx="30312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851956554" name=""/>
          <p:cNvCxnSpPr/>
          <p:nvPr/>
        </p:nvCxnSpPr>
        <p:spPr bwMode="auto">
          <a:xfrm rot="10800000" flipV="1">
            <a:off x="1238040" y="1159200"/>
            <a:ext cx="1631880" cy="13244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63765017" name=""/>
          <p:cNvCxnSpPr>
            <a:stCxn id="1712756314" idx="1"/>
            <a:endCxn id="542283056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128476320" name=""/>
          <p:cNvSpPr/>
          <p:nvPr/>
        </p:nvSpPr>
        <p:spPr bwMode="auto">
          <a:xfrm>
            <a:off x="69663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1602 LCD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9343470" name=""/>
          <p:cNvSpPr/>
          <p:nvPr/>
        </p:nvSpPr>
        <p:spPr bwMode="auto">
          <a:xfrm>
            <a:off x="3272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Camera Module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459572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board 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7158974" name=""/>
          <p:cNvSpPr/>
          <p:nvPr/>
        </p:nvSpPr>
        <p:spPr bwMode="auto">
          <a:xfrm>
            <a:off x="59576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board 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8092363" name=""/>
          <p:cNvSpPr/>
          <p:nvPr/>
        </p:nvSpPr>
        <p:spPr bwMode="auto">
          <a:xfrm>
            <a:off x="1812240" y="448380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camera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77090332" name=""/>
          <p:cNvCxnSpPr>
            <a:stCxn id="1128476320" idx="0"/>
            <a:endCxn id="1437158974" idx="3"/>
          </p:cNvCxnSpPr>
          <p:nvPr/>
        </p:nvCxnSpPr>
        <p:spPr bwMode="auto">
          <a:xfrm rot="16199999" flipV="1">
            <a:off x="6761160" y="1536120"/>
            <a:ext cx="1629000" cy="2667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305877" name="" descr=""/>
          <p:cNvPicPr/>
          <p:nvPr/>
        </p:nvPicPr>
        <p:blipFill rotWithShape="1">
          <a:blip r:embed="rId3"/>
          <a:stretch/>
        </p:blipFill>
        <p:spPr bwMode="auto">
          <a:xfrm>
            <a:off x="457200" y="141120"/>
            <a:ext cx="8600760" cy="6488280"/>
          </a:xfrm>
          <a:prstGeom prst="rect">
            <a:avLst/>
          </a:prstGeom>
          <a:ln w="0">
            <a:noFill/>
          </a:ln>
        </p:spPr>
      </p:pic>
      <p:sp>
        <p:nvSpPr>
          <p:cNvPr id="2082249894" name=""/>
          <p:cNvSpPr/>
          <p:nvPr/>
        </p:nvSpPr>
        <p:spPr bwMode="auto">
          <a:xfrm>
            <a:off x="685800" y="451080"/>
            <a:ext cx="1600200" cy="2436120"/>
          </a:xfrm>
          <a:prstGeom prst="rect">
            <a:avLst/>
          </a:prstGeom>
          <a:solidFill>
            <a:srgbClr val="81D41A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주차면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4900718" name=""/>
          <p:cNvSpPr/>
          <p:nvPr/>
        </p:nvSpPr>
        <p:spPr bwMode="auto">
          <a:xfrm>
            <a:off x="2370600" y="457200"/>
            <a:ext cx="1600200" cy="2436120"/>
          </a:xfrm>
          <a:prstGeom prst="rect">
            <a:avLst/>
          </a:prstGeom>
          <a:solidFill>
            <a:srgbClr val="81D41A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주차면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1607775" name=""/>
          <p:cNvSpPr/>
          <p:nvPr/>
        </p:nvSpPr>
        <p:spPr bwMode="auto">
          <a:xfrm>
            <a:off x="4042800" y="457200"/>
            <a:ext cx="1600200" cy="2436120"/>
          </a:xfrm>
          <a:prstGeom prst="rect">
            <a:avLst/>
          </a:prstGeom>
          <a:solidFill>
            <a:srgbClr val="81D41A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주차면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735064" name=""/>
          <p:cNvSpPr/>
          <p:nvPr/>
        </p:nvSpPr>
        <p:spPr bwMode="auto">
          <a:xfrm>
            <a:off x="4042800" y="457200"/>
            <a:ext cx="1600200" cy="2436120"/>
          </a:xfrm>
          <a:prstGeom prst="rect">
            <a:avLst/>
          </a:prstGeom>
          <a:solidFill>
            <a:srgbClr val="81D41A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주차면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8557289" name=""/>
          <p:cNvSpPr/>
          <p:nvPr/>
        </p:nvSpPr>
        <p:spPr bwMode="auto">
          <a:xfrm>
            <a:off x="5715000" y="457200"/>
            <a:ext cx="1600200" cy="2436120"/>
          </a:xfrm>
          <a:prstGeom prst="rect">
            <a:avLst/>
          </a:prstGeom>
          <a:solidFill>
            <a:srgbClr val="81D41A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주차면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323249" name=""/>
          <p:cNvSpPr/>
          <p:nvPr/>
        </p:nvSpPr>
        <p:spPr bwMode="auto">
          <a:xfrm>
            <a:off x="757800" y="19260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3843064" name=""/>
          <p:cNvSpPr/>
          <p:nvPr/>
        </p:nvSpPr>
        <p:spPr bwMode="auto">
          <a:xfrm>
            <a:off x="2437560" y="22860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024531" name=""/>
          <p:cNvSpPr/>
          <p:nvPr/>
        </p:nvSpPr>
        <p:spPr bwMode="auto">
          <a:xfrm>
            <a:off x="4078800" y="22860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372517" name=""/>
          <p:cNvSpPr/>
          <p:nvPr/>
        </p:nvSpPr>
        <p:spPr bwMode="auto">
          <a:xfrm>
            <a:off x="5787000" y="22860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37301703" name=""/>
          <p:cNvGrpSpPr/>
          <p:nvPr/>
        </p:nvGrpSpPr>
        <p:grpSpPr bwMode="auto">
          <a:xfrm>
            <a:off x="685800" y="3655440"/>
            <a:ext cx="4343400" cy="2745360"/>
            <a:chOff x="685800" y="3655440"/>
            <a:chExt cx="4343400" cy="2745360"/>
          </a:xfrm>
        </p:grpSpPr>
        <p:sp>
          <p:nvSpPr>
            <p:cNvPr id="199" name=""/>
            <p:cNvSpPr/>
            <p:nvPr/>
          </p:nvSpPr>
          <p:spPr bwMode="auto">
            <a:xfrm>
              <a:off x="685800" y="3655440"/>
              <a:ext cx="4343400" cy="2745360"/>
            </a:xfrm>
            <a:custGeom>
              <a:avLst/>
              <a:gdLst/>
              <a:ahLst/>
              <a:cxnLst/>
              <a:rect l="0" t="0" r="r" b="b"/>
              <a:pathLst>
                <a:path w="12065" h="7626" fill="norm" stroke="1" extrusionOk="0">
                  <a:moveTo>
                    <a:pt x="7" y="0"/>
                  </a:moveTo>
                  <a:lnTo>
                    <a:pt x="12065" y="10"/>
                  </a:lnTo>
                  <a:lnTo>
                    <a:pt x="12058" y="7626"/>
                  </a:lnTo>
                  <a:lnTo>
                    <a:pt x="0" y="761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81D41A"/>
            </a:solidFill>
            <a:ln w="12600">
              <a:solidFill>
                <a:schemeClr val="accent1"/>
              </a:solidFill>
              <a:miter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0" name=""/>
            <p:cNvSpPr/>
            <p:nvPr/>
          </p:nvSpPr>
          <p:spPr bwMode="auto">
            <a:xfrm>
              <a:off x="2663280" y="4327200"/>
              <a:ext cx="345960" cy="320040"/>
            </a:xfrm>
            <a:custGeom>
              <a:avLst/>
              <a:gdLst/>
              <a:ahLst/>
              <a:cxnLst/>
              <a:rect l="0" t="0" r="r" b="b"/>
              <a:pathLst>
                <a:path w="961" h="889" fill="norm" stroke="1" extrusionOk="0">
                  <a:moveTo>
                    <a:pt x="961" y="84"/>
                  </a:moveTo>
                  <a:lnTo>
                    <a:pt x="886" y="84"/>
                  </a:lnTo>
                  <a:lnTo>
                    <a:pt x="886" y="394"/>
                  </a:lnTo>
                  <a:lnTo>
                    <a:pt x="880" y="394"/>
                  </a:lnTo>
                  <a:lnTo>
                    <a:pt x="855" y="392"/>
                  </a:lnTo>
                  <a:lnTo>
                    <a:pt x="830" y="387"/>
                  </a:lnTo>
                  <a:lnTo>
                    <a:pt x="806" y="378"/>
                  </a:lnTo>
                  <a:lnTo>
                    <a:pt x="783" y="365"/>
                  </a:lnTo>
                  <a:lnTo>
                    <a:pt x="761" y="350"/>
                  </a:lnTo>
                  <a:lnTo>
                    <a:pt x="740" y="332"/>
                  </a:lnTo>
                  <a:lnTo>
                    <a:pt x="719" y="311"/>
                  </a:lnTo>
                  <a:lnTo>
                    <a:pt x="700" y="288"/>
                  </a:lnTo>
                  <a:lnTo>
                    <a:pt x="682" y="263"/>
                  </a:lnTo>
                  <a:lnTo>
                    <a:pt x="666" y="237"/>
                  </a:lnTo>
                  <a:lnTo>
                    <a:pt x="651" y="208"/>
                  </a:lnTo>
                  <a:lnTo>
                    <a:pt x="637" y="179"/>
                  </a:lnTo>
                  <a:lnTo>
                    <a:pt x="626" y="148"/>
                  </a:lnTo>
                  <a:lnTo>
                    <a:pt x="616" y="117"/>
                  </a:lnTo>
                  <a:lnTo>
                    <a:pt x="608" y="85"/>
                  </a:lnTo>
                  <a:lnTo>
                    <a:pt x="602" y="52"/>
                  </a:lnTo>
                  <a:lnTo>
                    <a:pt x="527" y="87"/>
                  </a:lnTo>
                  <a:lnTo>
                    <a:pt x="540" y="144"/>
                  </a:lnTo>
                  <a:lnTo>
                    <a:pt x="558" y="199"/>
                  </a:lnTo>
                  <a:lnTo>
                    <a:pt x="581" y="252"/>
                  </a:lnTo>
                  <a:lnTo>
                    <a:pt x="594" y="277"/>
                  </a:lnTo>
                  <a:lnTo>
                    <a:pt x="609" y="301"/>
                  </a:lnTo>
                  <a:lnTo>
                    <a:pt x="624" y="324"/>
                  </a:lnTo>
                  <a:lnTo>
                    <a:pt x="641" y="346"/>
                  </a:lnTo>
                  <a:lnTo>
                    <a:pt x="659" y="366"/>
                  </a:lnTo>
                  <a:lnTo>
                    <a:pt x="677" y="385"/>
                  </a:lnTo>
                  <a:lnTo>
                    <a:pt x="697" y="403"/>
                  </a:lnTo>
                  <a:lnTo>
                    <a:pt x="718" y="418"/>
                  </a:lnTo>
                  <a:lnTo>
                    <a:pt x="739" y="432"/>
                  </a:lnTo>
                  <a:lnTo>
                    <a:pt x="762" y="444"/>
                  </a:lnTo>
                  <a:lnTo>
                    <a:pt x="739" y="456"/>
                  </a:lnTo>
                  <a:lnTo>
                    <a:pt x="718" y="471"/>
                  </a:lnTo>
                  <a:lnTo>
                    <a:pt x="697" y="486"/>
                  </a:lnTo>
                  <a:lnTo>
                    <a:pt x="677" y="504"/>
                  </a:lnTo>
                  <a:lnTo>
                    <a:pt x="658" y="523"/>
                  </a:lnTo>
                  <a:lnTo>
                    <a:pt x="641" y="544"/>
                  </a:lnTo>
                  <a:lnTo>
                    <a:pt x="624" y="566"/>
                  </a:lnTo>
                  <a:lnTo>
                    <a:pt x="608" y="589"/>
                  </a:lnTo>
                  <a:lnTo>
                    <a:pt x="594" y="613"/>
                  </a:lnTo>
                  <a:lnTo>
                    <a:pt x="581" y="638"/>
                  </a:lnTo>
                  <a:lnTo>
                    <a:pt x="558" y="691"/>
                  </a:lnTo>
                  <a:lnTo>
                    <a:pt x="539" y="746"/>
                  </a:lnTo>
                  <a:lnTo>
                    <a:pt x="526" y="803"/>
                  </a:lnTo>
                  <a:lnTo>
                    <a:pt x="601" y="837"/>
                  </a:lnTo>
                  <a:lnTo>
                    <a:pt x="607" y="805"/>
                  </a:lnTo>
                  <a:lnTo>
                    <a:pt x="615" y="773"/>
                  </a:lnTo>
                  <a:lnTo>
                    <a:pt x="625" y="741"/>
                  </a:lnTo>
                  <a:lnTo>
                    <a:pt x="637" y="711"/>
                  </a:lnTo>
                  <a:lnTo>
                    <a:pt x="650" y="681"/>
                  </a:lnTo>
                  <a:lnTo>
                    <a:pt x="665" y="653"/>
                  </a:lnTo>
                  <a:lnTo>
                    <a:pt x="682" y="626"/>
                  </a:lnTo>
                  <a:lnTo>
                    <a:pt x="700" y="601"/>
                  </a:lnTo>
                  <a:lnTo>
                    <a:pt x="719" y="578"/>
                  </a:lnTo>
                  <a:lnTo>
                    <a:pt x="739" y="558"/>
                  </a:lnTo>
                  <a:lnTo>
                    <a:pt x="761" y="540"/>
                  </a:lnTo>
                  <a:lnTo>
                    <a:pt x="783" y="525"/>
                  </a:lnTo>
                  <a:lnTo>
                    <a:pt x="806" y="512"/>
                  </a:lnTo>
                  <a:lnTo>
                    <a:pt x="830" y="503"/>
                  </a:lnTo>
                  <a:lnTo>
                    <a:pt x="855" y="497"/>
                  </a:lnTo>
                  <a:lnTo>
                    <a:pt x="880" y="496"/>
                  </a:lnTo>
                  <a:lnTo>
                    <a:pt x="886" y="496"/>
                  </a:lnTo>
                  <a:lnTo>
                    <a:pt x="885" y="805"/>
                  </a:lnTo>
                  <a:lnTo>
                    <a:pt x="960" y="805"/>
                  </a:lnTo>
                  <a:lnTo>
                    <a:pt x="961" y="84"/>
                  </a:lnTo>
                  <a:moveTo>
                    <a:pt x="441" y="0"/>
                  </a:moveTo>
                  <a:lnTo>
                    <a:pt x="364" y="0"/>
                  </a:lnTo>
                  <a:lnTo>
                    <a:pt x="364" y="398"/>
                  </a:lnTo>
                  <a:lnTo>
                    <a:pt x="0" y="398"/>
                  </a:lnTo>
                  <a:lnTo>
                    <a:pt x="0" y="487"/>
                  </a:lnTo>
                  <a:lnTo>
                    <a:pt x="364" y="487"/>
                  </a:lnTo>
                  <a:lnTo>
                    <a:pt x="363" y="889"/>
                  </a:lnTo>
                  <a:lnTo>
                    <a:pt x="440" y="889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 bwMode="auto">
            <a:xfrm>
              <a:off x="2662200" y="4683960"/>
              <a:ext cx="369360" cy="333720"/>
            </a:xfrm>
            <a:custGeom>
              <a:avLst/>
              <a:gdLst/>
              <a:ahLst/>
              <a:cxnLst/>
              <a:rect l="0" t="0" r="r" b="b"/>
              <a:pathLst>
                <a:path w="1026" h="927" fill="norm" stroke="1" extrusionOk="0">
                  <a:moveTo>
                    <a:pt x="1007" y="248"/>
                  </a:moveTo>
                  <a:lnTo>
                    <a:pt x="849" y="248"/>
                  </a:lnTo>
                  <a:lnTo>
                    <a:pt x="849" y="27"/>
                  </a:lnTo>
                  <a:lnTo>
                    <a:pt x="773" y="27"/>
                  </a:lnTo>
                  <a:lnTo>
                    <a:pt x="773" y="249"/>
                  </a:lnTo>
                  <a:lnTo>
                    <a:pt x="695" y="249"/>
                  </a:lnTo>
                  <a:lnTo>
                    <a:pt x="662" y="248"/>
                  </a:lnTo>
                  <a:lnTo>
                    <a:pt x="629" y="244"/>
                  </a:lnTo>
                  <a:lnTo>
                    <a:pt x="597" y="239"/>
                  </a:lnTo>
                  <a:lnTo>
                    <a:pt x="565" y="231"/>
                  </a:lnTo>
                  <a:lnTo>
                    <a:pt x="533" y="221"/>
                  </a:lnTo>
                  <a:lnTo>
                    <a:pt x="503" y="208"/>
                  </a:lnTo>
                  <a:lnTo>
                    <a:pt x="473" y="194"/>
                  </a:lnTo>
                  <a:lnTo>
                    <a:pt x="444" y="179"/>
                  </a:lnTo>
                  <a:lnTo>
                    <a:pt x="417" y="161"/>
                  </a:lnTo>
                  <a:lnTo>
                    <a:pt x="391" y="142"/>
                  </a:lnTo>
                  <a:lnTo>
                    <a:pt x="366" y="122"/>
                  </a:lnTo>
                  <a:lnTo>
                    <a:pt x="344" y="100"/>
                  </a:lnTo>
                  <a:lnTo>
                    <a:pt x="323" y="77"/>
                  </a:lnTo>
                  <a:lnTo>
                    <a:pt x="304" y="52"/>
                  </a:lnTo>
                  <a:lnTo>
                    <a:pt x="287" y="26"/>
                  </a:lnTo>
                  <a:lnTo>
                    <a:pt x="272" y="0"/>
                  </a:lnTo>
                  <a:lnTo>
                    <a:pt x="200" y="51"/>
                  </a:lnTo>
                  <a:lnTo>
                    <a:pt x="211" y="72"/>
                  </a:lnTo>
                  <a:lnTo>
                    <a:pt x="224" y="92"/>
                  </a:lnTo>
                  <a:lnTo>
                    <a:pt x="238" y="111"/>
                  </a:lnTo>
                  <a:lnTo>
                    <a:pt x="253" y="130"/>
                  </a:lnTo>
                  <a:lnTo>
                    <a:pt x="269" y="149"/>
                  </a:lnTo>
                  <a:lnTo>
                    <a:pt x="287" y="166"/>
                  </a:lnTo>
                  <a:lnTo>
                    <a:pt x="306" y="183"/>
                  </a:lnTo>
                  <a:lnTo>
                    <a:pt x="326" y="199"/>
                  </a:lnTo>
                  <a:lnTo>
                    <a:pt x="368" y="228"/>
                  </a:lnTo>
                  <a:lnTo>
                    <a:pt x="414" y="255"/>
                  </a:lnTo>
                  <a:lnTo>
                    <a:pt x="463" y="277"/>
                  </a:lnTo>
                  <a:lnTo>
                    <a:pt x="515" y="295"/>
                  </a:lnTo>
                  <a:lnTo>
                    <a:pt x="467" y="312"/>
                  </a:lnTo>
                  <a:lnTo>
                    <a:pt x="421" y="333"/>
                  </a:lnTo>
                  <a:lnTo>
                    <a:pt x="378" y="358"/>
                  </a:lnTo>
                  <a:lnTo>
                    <a:pt x="338" y="386"/>
                  </a:lnTo>
                  <a:lnTo>
                    <a:pt x="302" y="417"/>
                  </a:lnTo>
                  <a:lnTo>
                    <a:pt x="285" y="434"/>
                  </a:lnTo>
                  <a:lnTo>
                    <a:pt x="269" y="451"/>
                  </a:lnTo>
                  <a:lnTo>
                    <a:pt x="255" y="469"/>
                  </a:lnTo>
                  <a:lnTo>
                    <a:pt x="241" y="487"/>
                  </a:lnTo>
                  <a:lnTo>
                    <a:pt x="229" y="507"/>
                  </a:lnTo>
                  <a:lnTo>
                    <a:pt x="218" y="526"/>
                  </a:lnTo>
                  <a:lnTo>
                    <a:pt x="290" y="577"/>
                  </a:lnTo>
                  <a:lnTo>
                    <a:pt x="305" y="551"/>
                  </a:lnTo>
                  <a:lnTo>
                    <a:pt x="321" y="527"/>
                  </a:lnTo>
                  <a:lnTo>
                    <a:pt x="340" y="503"/>
                  </a:lnTo>
                  <a:lnTo>
                    <a:pt x="361" y="480"/>
                  </a:lnTo>
                  <a:lnTo>
                    <a:pt x="383" y="459"/>
                  </a:lnTo>
                  <a:lnTo>
                    <a:pt x="407" y="439"/>
                  </a:lnTo>
                  <a:lnTo>
                    <a:pt x="432" y="421"/>
                  </a:lnTo>
                  <a:lnTo>
                    <a:pt x="458" y="404"/>
                  </a:lnTo>
                  <a:lnTo>
                    <a:pt x="485" y="389"/>
                  </a:lnTo>
                  <a:lnTo>
                    <a:pt x="514" y="376"/>
                  </a:lnTo>
                  <a:lnTo>
                    <a:pt x="543" y="365"/>
                  </a:lnTo>
                  <a:lnTo>
                    <a:pt x="572" y="355"/>
                  </a:lnTo>
                  <a:lnTo>
                    <a:pt x="603" y="347"/>
                  </a:lnTo>
                  <a:lnTo>
                    <a:pt x="633" y="342"/>
                  </a:lnTo>
                  <a:lnTo>
                    <a:pt x="664" y="339"/>
                  </a:lnTo>
                  <a:lnTo>
                    <a:pt x="695" y="337"/>
                  </a:lnTo>
                  <a:lnTo>
                    <a:pt x="773" y="337"/>
                  </a:lnTo>
                  <a:lnTo>
                    <a:pt x="773" y="556"/>
                  </a:lnTo>
                  <a:lnTo>
                    <a:pt x="848" y="556"/>
                  </a:lnTo>
                  <a:lnTo>
                    <a:pt x="849" y="339"/>
                  </a:lnTo>
                  <a:lnTo>
                    <a:pt x="1007" y="339"/>
                  </a:lnTo>
                  <a:lnTo>
                    <a:pt x="1007" y="248"/>
                  </a:lnTo>
                  <a:moveTo>
                    <a:pt x="1026" y="676"/>
                  </a:moveTo>
                  <a:lnTo>
                    <a:pt x="1" y="675"/>
                  </a:lnTo>
                  <a:lnTo>
                    <a:pt x="0" y="765"/>
                  </a:lnTo>
                  <a:lnTo>
                    <a:pt x="527" y="766"/>
                  </a:lnTo>
                  <a:lnTo>
                    <a:pt x="527" y="927"/>
                  </a:lnTo>
                  <a:lnTo>
                    <a:pt x="606" y="927"/>
                  </a:lnTo>
                  <a:lnTo>
                    <a:pt x="606" y="766"/>
                  </a:lnTo>
                  <a:lnTo>
                    <a:pt x="1026" y="766"/>
                  </a:lnTo>
                  <a:lnTo>
                    <a:pt x="1026" y="676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2" name=""/>
            <p:cNvSpPr/>
            <p:nvPr/>
          </p:nvSpPr>
          <p:spPr bwMode="auto">
            <a:xfrm>
              <a:off x="2662200" y="5063039"/>
              <a:ext cx="369000" cy="315000"/>
            </a:xfrm>
            <a:custGeom>
              <a:avLst/>
              <a:gdLst/>
              <a:ahLst/>
              <a:cxnLst/>
              <a:rect l="0" t="0" r="r" b="b"/>
              <a:pathLst>
                <a:path w="1025" h="875" fill="norm" stroke="1" extrusionOk="0">
                  <a:moveTo>
                    <a:pt x="933" y="0"/>
                  </a:moveTo>
                  <a:lnTo>
                    <a:pt x="247" y="0"/>
                  </a:lnTo>
                  <a:lnTo>
                    <a:pt x="247" y="77"/>
                  </a:lnTo>
                  <a:lnTo>
                    <a:pt x="248" y="206"/>
                  </a:lnTo>
                  <a:lnTo>
                    <a:pt x="253" y="321"/>
                  </a:lnTo>
                  <a:lnTo>
                    <a:pt x="263" y="430"/>
                  </a:lnTo>
                  <a:lnTo>
                    <a:pt x="280" y="540"/>
                  </a:lnTo>
                  <a:lnTo>
                    <a:pt x="357" y="532"/>
                  </a:lnTo>
                  <a:lnTo>
                    <a:pt x="340" y="426"/>
                  </a:lnTo>
                  <a:lnTo>
                    <a:pt x="330" y="321"/>
                  </a:lnTo>
                  <a:lnTo>
                    <a:pt x="325" y="212"/>
                  </a:lnTo>
                  <a:lnTo>
                    <a:pt x="324" y="90"/>
                  </a:lnTo>
                  <a:lnTo>
                    <a:pt x="569" y="90"/>
                  </a:lnTo>
                  <a:lnTo>
                    <a:pt x="569" y="436"/>
                  </a:lnTo>
                  <a:lnTo>
                    <a:pt x="644" y="436"/>
                  </a:lnTo>
                  <a:lnTo>
                    <a:pt x="645" y="90"/>
                  </a:lnTo>
                  <a:lnTo>
                    <a:pt x="855" y="90"/>
                  </a:lnTo>
                  <a:lnTo>
                    <a:pt x="855" y="458"/>
                  </a:lnTo>
                  <a:lnTo>
                    <a:pt x="933" y="458"/>
                  </a:lnTo>
                  <a:lnTo>
                    <a:pt x="933" y="0"/>
                  </a:lnTo>
                  <a:moveTo>
                    <a:pt x="1025" y="624"/>
                  </a:moveTo>
                  <a:lnTo>
                    <a:pt x="0" y="623"/>
                  </a:lnTo>
                  <a:lnTo>
                    <a:pt x="0" y="713"/>
                  </a:lnTo>
                  <a:lnTo>
                    <a:pt x="535" y="714"/>
                  </a:lnTo>
                  <a:lnTo>
                    <a:pt x="535" y="875"/>
                  </a:lnTo>
                  <a:lnTo>
                    <a:pt x="614" y="875"/>
                  </a:lnTo>
                  <a:lnTo>
                    <a:pt x="614" y="714"/>
                  </a:lnTo>
                  <a:lnTo>
                    <a:pt x="1025" y="714"/>
                  </a:lnTo>
                  <a:lnTo>
                    <a:pt x="1025" y="624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3" name=""/>
            <p:cNvSpPr/>
            <p:nvPr/>
          </p:nvSpPr>
          <p:spPr bwMode="auto">
            <a:xfrm>
              <a:off x="2661840" y="5406840"/>
              <a:ext cx="368640" cy="292680"/>
            </a:xfrm>
            <a:custGeom>
              <a:avLst/>
              <a:gdLst/>
              <a:ahLst/>
              <a:cxnLst/>
              <a:rect l="0" t="0" r="r" b="b"/>
              <a:pathLst>
                <a:path w="1024" h="813" fill="norm" stroke="1" extrusionOk="0">
                  <a:moveTo>
                    <a:pt x="974" y="322"/>
                  </a:moveTo>
                  <a:lnTo>
                    <a:pt x="973" y="295"/>
                  </a:lnTo>
                  <a:lnTo>
                    <a:pt x="971" y="269"/>
                  </a:lnTo>
                  <a:lnTo>
                    <a:pt x="966" y="245"/>
                  </a:lnTo>
                  <a:lnTo>
                    <a:pt x="960" y="222"/>
                  </a:lnTo>
                  <a:lnTo>
                    <a:pt x="952" y="200"/>
                  </a:lnTo>
                  <a:lnTo>
                    <a:pt x="942" y="179"/>
                  </a:lnTo>
                  <a:lnTo>
                    <a:pt x="931" y="161"/>
                  </a:lnTo>
                  <a:lnTo>
                    <a:pt x="919" y="143"/>
                  </a:lnTo>
                  <a:lnTo>
                    <a:pt x="905" y="128"/>
                  </a:lnTo>
                  <a:lnTo>
                    <a:pt x="890" y="114"/>
                  </a:lnTo>
                  <a:lnTo>
                    <a:pt x="873" y="102"/>
                  </a:lnTo>
                  <a:lnTo>
                    <a:pt x="855" y="93"/>
                  </a:lnTo>
                  <a:lnTo>
                    <a:pt x="836" y="85"/>
                  </a:lnTo>
                  <a:lnTo>
                    <a:pt x="816" y="79"/>
                  </a:lnTo>
                  <a:lnTo>
                    <a:pt x="795" y="76"/>
                  </a:lnTo>
                  <a:lnTo>
                    <a:pt x="773" y="74"/>
                  </a:lnTo>
                  <a:lnTo>
                    <a:pt x="751" y="76"/>
                  </a:lnTo>
                  <a:lnTo>
                    <a:pt x="729" y="79"/>
                  </a:lnTo>
                  <a:lnTo>
                    <a:pt x="709" y="85"/>
                  </a:lnTo>
                  <a:lnTo>
                    <a:pt x="690" y="93"/>
                  </a:lnTo>
                  <a:lnTo>
                    <a:pt x="672" y="102"/>
                  </a:lnTo>
                  <a:lnTo>
                    <a:pt x="656" y="114"/>
                  </a:lnTo>
                  <a:lnTo>
                    <a:pt x="641" y="128"/>
                  </a:lnTo>
                  <a:lnTo>
                    <a:pt x="627" y="143"/>
                  </a:lnTo>
                  <a:lnTo>
                    <a:pt x="614" y="160"/>
                  </a:lnTo>
                  <a:lnTo>
                    <a:pt x="603" y="179"/>
                  </a:lnTo>
                  <a:lnTo>
                    <a:pt x="594" y="199"/>
                  </a:lnTo>
                  <a:lnTo>
                    <a:pt x="586" y="221"/>
                  </a:lnTo>
                  <a:lnTo>
                    <a:pt x="580" y="244"/>
                  </a:lnTo>
                  <a:lnTo>
                    <a:pt x="575" y="269"/>
                  </a:lnTo>
                  <a:lnTo>
                    <a:pt x="573" y="295"/>
                  </a:lnTo>
                  <a:lnTo>
                    <a:pt x="572" y="321"/>
                  </a:lnTo>
                  <a:lnTo>
                    <a:pt x="573" y="348"/>
                  </a:lnTo>
                  <a:lnTo>
                    <a:pt x="575" y="373"/>
                  </a:lnTo>
                  <a:lnTo>
                    <a:pt x="580" y="398"/>
                  </a:lnTo>
                  <a:lnTo>
                    <a:pt x="586" y="421"/>
                  </a:lnTo>
                  <a:lnTo>
                    <a:pt x="594" y="443"/>
                  </a:lnTo>
                  <a:lnTo>
                    <a:pt x="603" y="463"/>
                  </a:lnTo>
                  <a:lnTo>
                    <a:pt x="614" y="482"/>
                  </a:lnTo>
                  <a:lnTo>
                    <a:pt x="626" y="499"/>
                  </a:lnTo>
                  <a:lnTo>
                    <a:pt x="640" y="515"/>
                  </a:lnTo>
                  <a:lnTo>
                    <a:pt x="655" y="528"/>
                  </a:lnTo>
                  <a:lnTo>
                    <a:pt x="672" y="540"/>
                  </a:lnTo>
                  <a:lnTo>
                    <a:pt x="690" y="550"/>
                  </a:lnTo>
                  <a:lnTo>
                    <a:pt x="709" y="558"/>
                  </a:lnTo>
                  <a:lnTo>
                    <a:pt x="729" y="564"/>
                  </a:lnTo>
                  <a:lnTo>
                    <a:pt x="750" y="567"/>
                  </a:lnTo>
                  <a:lnTo>
                    <a:pt x="773" y="568"/>
                  </a:lnTo>
                  <a:lnTo>
                    <a:pt x="795" y="567"/>
                  </a:lnTo>
                  <a:lnTo>
                    <a:pt x="816" y="564"/>
                  </a:lnTo>
                  <a:lnTo>
                    <a:pt x="836" y="558"/>
                  </a:lnTo>
                  <a:lnTo>
                    <a:pt x="855" y="550"/>
                  </a:lnTo>
                  <a:lnTo>
                    <a:pt x="873" y="540"/>
                  </a:lnTo>
                  <a:lnTo>
                    <a:pt x="889" y="529"/>
                  </a:lnTo>
                  <a:lnTo>
                    <a:pt x="905" y="515"/>
                  </a:lnTo>
                  <a:lnTo>
                    <a:pt x="918" y="499"/>
                  </a:lnTo>
                  <a:lnTo>
                    <a:pt x="931" y="482"/>
                  </a:lnTo>
                  <a:lnTo>
                    <a:pt x="942" y="463"/>
                  </a:lnTo>
                  <a:lnTo>
                    <a:pt x="952" y="443"/>
                  </a:lnTo>
                  <a:lnTo>
                    <a:pt x="960" y="421"/>
                  </a:lnTo>
                  <a:lnTo>
                    <a:pt x="966" y="398"/>
                  </a:lnTo>
                  <a:lnTo>
                    <a:pt x="971" y="374"/>
                  </a:lnTo>
                  <a:lnTo>
                    <a:pt x="973" y="348"/>
                  </a:lnTo>
                  <a:lnTo>
                    <a:pt x="974" y="322"/>
                  </a:lnTo>
                  <a:moveTo>
                    <a:pt x="902" y="322"/>
                  </a:moveTo>
                  <a:lnTo>
                    <a:pt x="901" y="339"/>
                  </a:lnTo>
                  <a:lnTo>
                    <a:pt x="899" y="356"/>
                  </a:lnTo>
                  <a:lnTo>
                    <a:pt x="896" y="372"/>
                  </a:lnTo>
                  <a:lnTo>
                    <a:pt x="892" y="387"/>
                  </a:lnTo>
                  <a:lnTo>
                    <a:pt x="887" y="401"/>
                  </a:lnTo>
                  <a:lnTo>
                    <a:pt x="881" y="414"/>
                  </a:lnTo>
                  <a:lnTo>
                    <a:pt x="874" y="426"/>
                  </a:lnTo>
                  <a:lnTo>
                    <a:pt x="866" y="438"/>
                  </a:lnTo>
                  <a:lnTo>
                    <a:pt x="857" y="448"/>
                  </a:lnTo>
                  <a:lnTo>
                    <a:pt x="847" y="457"/>
                  </a:lnTo>
                  <a:lnTo>
                    <a:pt x="836" y="464"/>
                  </a:lnTo>
                  <a:lnTo>
                    <a:pt x="825" y="471"/>
                  </a:lnTo>
                  <a:lnTo>
                    <a:pt x="813" y="476"/>
                  </a:lnTo>
                  <a:lnTo>
                    <a:pt x="800" y="479"/>
                  </a:lnTo>
                  <a:lnTo>
                    <a:pt x="787" y="482"/>
                  </a:lnTo>
                  <a:lnTo>
                    <a:pt x="773" y="482"/>
                  </a:lnTo>
                  <a:lnTo>
                    <a:pt x="759" y="482"/>
                  </a:lnTo>
                  <a:lnTo>
                    <a:pt x="745" y="479"/>
                  </a:lnTo>
                  <a:lnTo>
                    <a:pt x="732" y="476"/>
                  </a:lnTo>
                  <a:lnTo>
                    <a:pt x="720" y="471"/>
                  </a:lnTo>
                  <a:lnTo>
                    <a:pt x="708" y="464"/>
                  </a:lnTo>
                  <a:lnTo>
                    <a:pt x="698" y="456"/>
                  </a:lnTo>
                  <a:lnTo>
                    <a:pt x="688" y="447"/>
                  </a:lnTo>
                  <a:lnTo>
                    <a:pt x="679" y="437"/>
                  </a:lnTo>
                  <a:lnTo>
                    <a:pt x="671" y="426"/>
                  </a:lnTo>
                  <a:lnTo>
                    <a:pt x="664" y="414"/>
                  </a:lnTo>
                  <a:lnTo>
                    <a:pt x="658" y="401"/>
                  </a:lnTo>
                  <a:lnTo>
                    <a:pt x="653" y="386"/>
                  </a:lnTo>
                  <a:lnTo>
                    <a:pt x="649" y="371"/>
                  </a:lnTo>
                  <a:lnTo>
                    <a:pt x="646" y="355"/>
                  </a:lnTo>
                  <a:lnTo>
                    <a:pt x="645" y="339"/>
                  </a:lnTo>
                  <a:lnTo>
                    <a:pt x="644" y="321"/>
                  </a:lnTo>
                  <a:lnTo>
                    <a:pt x="645" y="304"/>
                  </a:lnTo>
                  <a:lnTo>
                    <a:pt x="646" y="287"/>
                  </a:lnTo>
                  <a:lnTo>
                    <a:pt x="649" y="271"/>
                  </a:lnTo>
                  <a:lnTo>
                    <a:pt x="653" y="256"/>
                  </a:lnTo>
                  <a:lnTo>
                    <a:pt x="658" y="241"/>
                  </a:lnTo>
                  <a:lnTo>
                    <a:pt x="664" y="228"/>
                  </a:lnTo>
                  <a:lnTo>
                    <a:pt x="671" y="216"/>
                  </a:lnTo>
                  <a:lnTo>
                    <a:pt x="679" y="204"/>
                  </a:lnTo>
                  <a:lnTo>
                    <a:pt x="688" y="194"/>
                  </a:lnTo>
                  <a:lnTo>
                    <a:pt x="698" y="185"/>
                  </a:lnTo>
                  <a:lnTo>
                    <a:pt x="709" y="178"/>
                  </a:lnTo>
                  <a:lnTo>
                    <a:pt x="720" y="171"/>
                  </a:lnTo>
                  <a:lnTo>
                    <a:pt x="732" y="166"/>
                  </a:lnTo>
                  <a:lnTo>
                    <a:pt x="745" y="162"/>
                  </a:lnTo>
                  <a:lnTo>
                    <a:pt x="759" y="160"/>
                  </a:lnTo>
                  <a:lnTo>
                    <a:pt x="773" y="159"/>
                  </a:lnTo>
                  <a:lnTo>
                    <a:pt x="787" y="160"/>
                  </a:lnTo>
                  <a:lnTo>
                    <a:pt x="800" y="162"/>
                  </a:lnTo>
                  <a:lnTo>
                    <a:pt x="813" y="166"/>
                  </a:lnTo>
                  <a:lnTo>
                    <a:pt x="825" y="171"/>
                  </a:lnTo>
                  <a:lnTo>
                    <a:pt x="837" y="178"/>
                  </a:lnTo>
                  <a:lnTo>
                    <a:pt x="847" y="185"/>
                  </a:lnTo>
                  <a:lnTo>
                    <a:pt x="857" y="194"/>
                  </a:lnTo>
                  <a:lnTo>
                    <a:pt x="866" y="205"/>
                  </a:lnTo>
                  <a:lnTo>
                    <a:pt x="874" y="216"/>
                  </a:lnTo>
                  <a:lnTo>
                    <a:pt x="881" y="228"/>
                  </a:lnTo>
                  <a:lnTo>
                    <a:pt x="887" y="242"/>
                  </a:lnTo>
                  <a:lnTo>
                    <a:pt x="893" y="256"/>
                  </a:lnTo>
                  <a:lnTo>
                    <a:pt x="897" y="271"/>
                  </a:lnTo>
                  <a:lnTo>
                    <a:pt x="900" y="287"/>
                  </a:lnTo>
                  <a:lnTo>
                    <a:pt x="901" y="304"/>
                  </a:lnTo>
                  <a:lnTo>
                    <a:pt x="902" y="322"/>
                  </a:lnTo>
                  <a:moveTo>
                    <a:pt x="407" y="12"/>
                  </a:moveTo>
                  <a:lnTo>
                    <a:pt x="411" y="271"/>
                  </a:lnTo>
                  <a:lnTo>
                    <a:pt x="32" y="271"/>
                  </a:lnTo>
                  <a:lnTo>
                    <a:pt x="32" y="361"/>
                  </a:lnTo>
                  <a:lnTo>
                    <a:pt x="416" y="361"/>
                  </a:lnTo>
                  <a:lnTo>
                    <a:pt x="421" y="434"/>
                  </a:lnTo>
                  <a:lnTo>
                    <a:pt x="428" y="508"/>
                  </a:lnTo>
                  <a:lnTo>
                    <a:pt x="437" y="581"/>
                  </a:lnTo>
                  <a:lnTo>
                    <a:pt x="448" y="653"/>
                  </a:lnTo>
                  <a:lnTo>
                    <a:pt x="519" y="648"/>
                  </a:lnTo>
                  <a:lnTo>
                    <a:pt x="508" y="566"/>
                  </a:lnTo>
                  <a:lnTo>
                    <a:pt x="500" y="482"/>
                  </a:lnTo>
                  <a:lnTo>
                    <a:pt x="491" y="313"/>
                  </a:lnTo>
                  <a:lnTo>
                    <a:pt x="486" y="0"/>
                  </a:lnTo>
                  <a:lnTo>
                    <a:pt x="407" y="12"/>
                  </a:lnTo>
                  <a:moveTo>
                    <a:pt x="326" y="500"/>
                  </a:moveTo>
                  <a:lnTo>
                    <a:pt x="252" y="499"/>
                  </a:lnTo>
                  <a:lnTo>
                    <a:pt x="252" y="721"/>
                  </a:lnTo>
                  <a:lnTo>
                    <a:pt x="0" y="721"/>
                  </a:lnTo>
                  <a:lnTo>
                    <a:pt x="0" y="813"/>
                  </a:lnTo>
                  <a:lnTo>
                    <a:pt x="1024" y="813"/>
                  </a:lnTo>
                  <a:lnTo>
                    <a:pt x="1024" y="722"/>
                  </a:lnTo>
                  <a:lnTo>
                    <a:pt x="325" y="721"/>
                  </a:lnTo>
                  <a:lnTo>
                    <a:pt x="326" y="5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63910755" name=""/>
          <p:cNvGrpSpPr/>
          <p:nvPr/>
        </p:nvGrpSpPr>
        <p:grpSpPr bwMode="auto">
          <a:xfrm>
            <a:off x="686160" y="3655440"/>
            <a:ext cx="4343400" cy="2745360"/>
            <a:chOff x="686160" y="3655440"/>
            <a:chExt cx="4343400" cy="2745360"/>
          </a:xfrm>
        </p:grpSpPr>
        <p:sp>
          <p:nvSpPr>
            <p:cNvPr id="205" name=""/>
            <p:cNvSpPr/>
            <p:nvPr/>
          </p:nvSpPr>
          <p:spPr bwMode="auto">
            <a:xfrm>
              <a:off x="686160" y="3655440"/>
              <a:ext cx="4343400" cy="2745360"/>
            </a:xfrm>
            <a:custGeom>
              <a:avLst/>
              <a:gdLst/>
              <a:ahLst/>
              <a:cxnLst/>
              <a:rect l="0" t="0" r="r" b="b"/>
              <a:pathLst>
                <a:path w="12065" h="7626" fill="norm" stroke="1" extrusionOk="0">
                  <a:moveTo>
                    <a:pt x="7" y="0"/>
                  </a:moveTo>
                  <a:lnTo>
                    <a:pt x="12065" y="10"/>
                  </a:lnTo>
                  <a:lnTo>
                    <a:pt x="12058" y="7626"/>
                  </a:lnTo>
                  <a:lnTo>
                    <a:pt x="0" y="761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81D41A"/>
            </a:solidFill>
            <a:ln w="12600">
              <a:solidFill>
                <a:schemeClr val="accent1"/>
              </a:solidFill>
              <a:miter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6" name=""/>
            <p:cNvSpPr/>
            <p:nvPr/>
          </p:nvSpPr>
          <p:spPr bwMode="auto">
            <a:xfrm>
              <a:off x="2663640" y="4327200"/>
              <a:ext cx="345960" cy="320040"/>
            </a:xfrm>
            <a:custGeom>
              <a:avLst/>
              <a:gdLst/>
              <a:ahLst/>
              <a:cxnLst/>
              <a:rect l="0" t="0" r="r" b="b"/>
              <a:pathLst>
                <a:path w="961" h="889" fill="norm" stroke="1" extrusionOk="0">
                  <a:moveTo>
                    <a:pt x="961" y="84"/>
                  </a:moveTo>
                  <a:lnTo>
                    <a:pt x="886" y="84"/>
                  </a:lnTo>
                  <a:lnTo>
                    <a:pt x="886" y="394"/>
                  </a:lnTo>
                  <a:lnTo>
                    <a:pt x="880" y="394"/>
                  </a:lnTo>
                  <a:lnTo>
                    <a:pt x="855" y="392"/>
                  </a:lnTo>
                  <a:lnTo>
                    <a:pt x="830" y="387"/>
                  </a:lnTo>
                  <a:lnTo>
                    <a:pt x="806" y="378"/>
                  </a:lnTo>
                  <a:lnTo>
                    <a:pt x="783" y="365"/>
                  </a:lnTo>
                  <a:lnTo>
                    <a:pt x="761" y="350"/>
                  </a:lnTo>
                  <a:lnTo>
                    <a:pt x="740" y="332"/>
                  </a:lnTo>
                  <a:lnTo>
                    <a:pt x="719" y="311"/>
                  </a:lnTo>
                  <a:lnTo>
                    <a:pt x="700" y="288"/>
                  </a:lnTo>
                  <a:lnTo>
                    <a:pt x="682" y="263"/>
                  </a:lnTo>
                  <a:lnTo>
                    <a:pt x="666" y="237"/>
                  </a:lnTo>
                  <a:lnTo>
                    <a:pt x="651" y="208"/>
                  </a:lnTo>
                  <a:lnTo>
                    <a:pt x="637" y="179"/>
                  </a:lnTo>
                  <a:lnTo>
                    <a:pt x="626" y="148"/>
                  </a:lnTo>
                  <a:lnTo>
                    <a:pt x="616" y="117"/>
                  </a:lnTo>
                  <a:lnTo>
                    <a:pt x="608" y="85"/>
                  </a:lnTo>
                  <a:lnTo>
                    <a:pt x="602" y="52"/>
                  </a:lnTo>
                  <a:lnTo>
                    <a:pt x="527" y="87"/>
                  </a:lnTo>
                  <a:lnTo>
                    <a:pt x="540" y="144"/>
                  </a:lnTo>
                  <a:lnTo>
                    <a:pt x="558" y="199"/>
                  </a:lnTo>
                  <a:lnTo>
                    <a:pt x="581" y="252"/>
                  </a:lnTo>
                  <a:lnTo>
                    <a:pt x="594" y="277"/>
                  </a:lnTo>
                  <a:lnTo>
                    <a:pt x="609" y="301"/>
                  </a:lnTo>
                  <a:lnTo>
                    <a:pt x="624" y="324"/>
                  </a:lnTo>
                  <a:lnTo>
                    <a:pt x="641" y="346"/>
                  </a:lnTo>
                  <a:lnTo>
                    <a:pt x="659" y="366"/>
                  </a:lnTo>
                  <a:lnTo>
                    <a:pt x="677" y="385"/>
                  </a:lnTo>
                  <a:lnTo>
                    <a:pt x="697" y="403"/>
                  </a:lnTo>
                  <a:lnTo>
                    <a:pt x="718" y="418"/>
                  </a:lnTo>
                  <a:lnTo>
                    <a:pt x="739" y="432"/>
                  </a:lnTo>
                  <a:lnTo>
                    <a:pt x="762" y="444"/>
                  </a:lnTo>
                  <a:lnTo>
                    <a:pt x="739" y="456"/>
                  </a:lnTo>
                  <a:lnTo>
                    <a:pt x="718" y="471"/>
                  </a:lnTo>
                  <a:lnTo>
                    <a:pt x="697" y="486"/>
                  </a:lnTo>
                  <a:lnTo>
                    <a:pt x="677" y="504"/>
                  </a:lnTo>
                  <a:lnTo>
                    <a:pt x="658" y="523"/>
                  </a:lnTo>
                  <a:lnTo>
                    <a:pt x="641" y="544"/>
                  </a:lnTo>
                  <a:lnTo>
                    <a:pt x="624" y="566"/>
                  </a:lnTo>
                  <a:lnTo>
                    <a:pt x="608" y="589"/>
                  </a:lnTo>
                  <a:lnTo>
                    <a:pt x="594" y="613"/>
                  </a:lnTo>
                  <a:lnTo>
                    <a:pt x="581" y="638"/>
                  </a:lnTo>
                  <a:lnTo>
                    <a:pt x="558" y="691"/>
                  </a:lnTo>
                  <a:lnTo>
                    <a:pt x="539" y="746"/>
                  </a:lnTo>
                  <a:lnTo>
                    <a:pt x="526" y="803"/>
                  </a:lnTo>
                  <a:lnTo>
                    <a:pt x="601" y="837"/>
                  </a:lnTo>
                  <a:lnTo>
                    <a:pt x="607" y="805"/>
                  </a:lnTo>
                  <a:lnTo>
                    <a:pt x="615" y="773"/>
                  </a:lnTo>
                  <a:lnTo>
                    <a:pt x="625" y="741"/>
                  </a:lnTo>
                  <a:lnTo>
                    <a:pt x="637" y="711"/>
                  </a:lnTo>
                  <a:lnTo>
                    <a:pt x="650" y="681"/>
                  </a:lnTo>
                  <a:lnTo>
                    <a:pt x="665" y="653"/>
                  </a:lnTo>
                  <a:lnTo>
                    <a:pt x="682" y="626"/>
                  </a:lnTo>
                  <a:lnTo>
                    <a:pt x="700" y="601"/>
                  </a:lnTo>
                  <a:lnTo>
                    <a:pt x="719" y="578"/>
                  </a:lnTo>
                  <a:lnTo>
                    <a:pt x="739" y="558"/>
                  </a:lnTo>
                  <a:lnTo>
                    <a:pt x="761" y="540"/>
                  </a:lnTo>
                  <a:lnTo>
                    <a:pt x="783" y="525"/>
                  </a:lnTo>
                  <a:lnTo>
                    <a:pt x="806" y="512"/>
                  </a:lnTo>
                  <a:lnTo>
                    <a:pt x="830" y="503"/>
                  </a:lnTo>
                  <a:lnTo>
                    <a:pt x="855" y="497"/>
                  </a:lnTo>
                  <a:lnTo>
                    <a:pt x="880" y="496"/>
                  </a:lnTo>
                  <a:lnTo>
                    <a:pt x="886" y="496"/>
                  </a:lnTo>
                  <a:lnTo>
                    <a:pt x="885" y="805"/>
                  </a:lnTo>
                  <a:lnTo>
                    <a:pt x="960" y="805"/>
                  </a:lnTo>
                  <a:lnTo>
                    <a:pt x="961" y="84"/>
                  </a:lnTo>
                  <a:moveTo>
                    <a:pt x="441" y="0"/>
                  </a:moveTo>
                  <a:lnTo>
                    <a:pt x="364" y="0"/>
                  </a:lnTo>
                  <a:lnTo>
                    <a:pt x="364" y="398"/>
                  </a:lnTo>
                  <a:lnTo>
                    <a:pt x="0" y="398"/>
                  </a:lnTo>
                  <a:lnTo>
                    <a:pt x="0" y="487"/>
                  </a:lnTo>
                  <a:lnTo>
                    <a:pt x="364" y="487"/>
                  </a:lnTo>
                  <a:lnTo>
                    <a:pt x="363" y="889"/>
                  </a:lnTo>
                  <a:lnTo>
                    <a:pt x="440" y="889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 bwMode="auto">
            <a:xfrm>
              <a:off x="2662560" y="4683960"/>
              <a:ext cx="369360" cy="333720"/>
            </a:xfrm>
            <a:custGeom>
              <a:avLst/>
              <a:gdLst/>
              <a:ahLst/>
              <a:cxnLst/>
              <a:rect l="0" t="0" r="r" b="b"/>
              <a:pathLst>
                <a:path w="1026" h="927" fill="norm" stroke="1" extrusionOk="0">
                  <a:moveTo>
                    <a:pt x="1007" y="248"/>
                  </a:moveTo>
                  <a:lnTo>
                    <a:pt x="849" y="248"/>
                  </a:lnTo>
                  <a:lnTo>
                    <a:pt x="849" y="27"/>
                  </a:lnTo>
                  <a:lnTo>
                    <a:pt x="773" y="27"/>
                  </a:lnTo>
                  <a:lnTo>
                    <a:pt x="773" y="249"/>
                  </a:lnTo>
                  <a:lnTo>
                    <a:pt x="695" y="249"/>
                  </a:lnTo>
                  <a:lnTo>
                    <a:pt x="662" y="248"/>
                  </a:lnTo>
                  <a:lnTo>
                    <a:pt x="629" y="244"/>
                  </a:lnTo>
                  <a:lnTo>
                    <a:pt x="597" y="239"/>
                  </a:lnTo>
                  <a:lnTo>
                    <a:pt x="565" y="231"/>
                  </a:lnTo>
                  <a:lnTo>
                    <a:pt x="533" y="221"/>
                  </a:lnTo>
                  <a:lnTo>
                    <a:pt x="503" y="208"/>
                  </a:lnTo>
                  <a:lnTo>
                    <a:pt x="473" y="194"/>
                  </a:lnTo>
                  <a:lnTo>
                    <a:pt x="444" y="179"/>
                  </a:lnTo>
                  <a:lnTo>
                    <a:pt x="417" y="161"/>
                  </a:lnTo>
                  <a:lnTo>
                    <a:pt x="391" y="142"/>
                  </a:lnTo>
                  <a:lnTo>
                    <a:pt x="366" y="122"/>
                  </a:lnTo>
                  <a:lnTo>
                    <a:pt x="344" y="100"/>
                  </a:lnTo>
                  <a:lnTo>
                    <a:pt x="323" y="77"/>
                  </a:lnTo>
                  <a:lnTo>
                    <a:pt x="304" y="52"/>
                  </a:lnTo>
                  <a:lnTo>
                    <a:pt x="287" y="26"/>
                  </a:lnTo>
                  <a:lnTo>
                    <a:pt x="272" y="0"/>
                  </a:lnTo>
                  <a:lnTo>
                    <a:pt x="200" y="51"/>
                  </a:lnTo>
                  <a:lnTo>
                    <a:pt x="211" y="72"/>
                  </a:lnTo>
                  <a:lnTo>
                    <a:pt x="224" y="92"/>
                  </a:lnTo>
                  <a:lnTo>
                    <a:pt x="238" y="111"/>
                  </a:lnTo>
                  <a:lnTo>
                    <a:pt x="253" y="130"/>
                  </a:lnTo>
                  <a:lnTo>
                    <a:pt x="269" y="149"/>
                  </a:lnTo>
                  <a:lnTo>
                    <a:pt x="287" y="166"/>
                  </a:lnTo>
                  <a:lnTo>
                    <a:pt x="306" y="183"/>
                  </a:lnTo>
                  <a:lnTo>
                    <a:pt x="326" y="199"/>
                  </a:lnTo>
                  <a:lnTo>
                    <a:pt x="368" y="228"/>
                  </a:lnTo>
                  <a:lnTo>
                    <a:pt x="414" y="255"/>
                  </a:lnTo>
                  <a:lnTo>
                    <a:pt x="463" y="277"/>
                  </a:lnTo>
                  <a:lnTo>
                    <a:pt x="515" y="295"/>
                  </a:lnTo>
                  <a:lnTo>
                    <a:pt x="467" y="312"/>
                  </a:lnTo>
                  <a:lnTo>
                    <a:pt x="421" y="333"/>
                  </a:lnTo>
                  <a:lnTo>
                    <a:pt x="378" y="358"/>
                  </a:lnTo>
                  <a:lnTo>
                    <a:pt x="338" y="386"/>
                  </a:lnTo>
                  <a:lnTo>
                    <a:pt x="302" y="417"/>
                  </a:lnTo>
                  <a:lnTo>
                    <a:pt x="285" y="434"/>
                  </a:lnTo>
                  <a:lnTo>
                    <a:pt x="269" y="451"/>
                  </a:lnTo>
                  <a:lnTo>
                    <a:pt x="255" y="469"/>
                  </a:lnTo>
                  <a:lnTo>
                    <a:pt x="241" y="487"/>
                  </a:lnTo>
                  <a:lnTo>
                    <a:pt x="229" y="507"/>
                  </a:lnTo>
                  <a:lnTo>
                    <a:pt x="218" y="526"/>
                  </a:lnTo>
                  <a:lnTo>
                    <a:pt x="290" y="577"/>
                  </a:lnTo>
                  <a:lnTo>
                    <a:pt x="305" y="551"/>
                  </a:lnTo>
                  <a:lnTo>
                    <a:pt x="321" y="527"/>
                  </a:lnTo>
                  <a:lnTo>
                    <a:pt x="340" y="503"/>
                  </a:lnTo>
                  <a:lnTo>
                    <a:pt x="361" y="480"/>
                  </a:lnTo>
                  <a:lnTo>
                    <a:pt x="383" y="459"/>
                  </a:lnTo>
                  <a:lnTo>
                    <a:pt x="407" y="439"/>
                  </a:lnTo>
                  <a:lnTo>
                    <a:pt x="432" y="421"/>
                  </a:lnTo>
                  <a:lnTo>
                    <a:pt x="458" y="404"/>
                  </a:lnTo>
                  <a:lnTo>
                    <a:pt x="485" y="389"/>
                  </a:lnTo>
                  <a:lnTo>
                    <a:pt x="514" y="376"/>
                  </a:lnTo>
                  <a:lnTo>
                    <a:pt x="543" y="365"/>
                  </a:lnTo>
                  <a:lnTo>
                    <a:pt x="572" y="355"/>
                  </a:lnTo>
                  <a:lnTo>
                    <a:pt x="603" y="347"/>
                  </a:lnTo>
                  <a:lnTo>
                    <a:pt x="633" y="342"/>
                  </a:lnTo>
                  <a:lnTo>
                    <a:pt x="664" y="339"/>
                  </a:lnTo>
                  <a:lnTo>
                    <a:pt x="695" y="337"/>
                  </a:lnTo>
                  <a:lnTo>
                    <a:pt x="773" y="337"/>
                  </a:lnTo>
                  <a:lnTo>
                    <a:pt x="773" y="556"/>
                  </a:lnTo>
                  <a:lnTo>
                    <a:pt x="848" y="556"/>
                  </a:lnTo>
                  <a:lnTo>
                    <a:pt x="849" y="339"/>
                  </a:lnTo>
                  <a:lnTo>
                    <a:pt x="1007" y="339"/>
                  </a:lnTo>
                  <a:lnTo>
                    <a:pt x="1007" y="248"/>
                  </a:lnTo>
                  <a:moveTo>
                    <a:pt x="1026" y="676"/>
                  </a:moveTo>
                  <a:lnTo>
                    <a:pt x="1" y="675"/>
                  </a:lnTo>
                  <a:lnTo>
                    <a:pt x="0" y="765"/>
                  </a:lnTo>
                  <a:lnTo>
                    <a:pt x="527" y="766"/>
                  </a:lnTo>
                  <a:lnTo>
                    <a:pt x="527" y="927"/>
                  </a:lnTo>
                  <a:lnTo>
                    <a:pt x="606" y="927"/>
                  </a:lnTo>
                  <a:lnTo>
                    <a:pt x="606" y="766"/>
                  </a:lnTo>
                  <a:lnTo>
                    <a:pt x="1026" y="766"/>
                  </a:lnTo>
                  <a:lnTo>
                    <a:pt x="1026" y="676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" name=""/>
            <p:cNvSpPr/>
            <p:nvPr/>
          </p:nvSpPr>
          <p:spPr bwMode="auto">
            <a:xfrm>
              <a:off x="2662560" y="5063039"/>
              <a:ext cx="369000" cy="315000"/>
            </a:xfrm>
            <a:custGeom>
              <a:avLst/>
              <a:gdLst/>
              <a:ahLst/>
              <a:cxnLst/>
              <a:rect l="0" t="0" r="r" b="b"/>
              <a:pathLst>
                <a:path w="1025" h="875" fill="norm" stroke="1" extrusionOk="0">
                  <a:moveTo>
                    <a:pt x="933" y="0"/>
                  </a:moveTo>
                  <a:lnTo>
                    <a:pt x="247" y="0"/>
                  </a:lnTo>
                  <a:lnTo>
                    <a:pt x="247" y="77"/>
                  </a:lnTo>
                  <a:lnTo>
                    <a:pt x="248" y="206"/>
                  </a:lnTo>
                  <a:lnTo>
                    <a:pt x="253" y="321"/>
                  </a:lnTo>
                  <a:lnTo>
                    <a:pt x="263" y="430"/>
                  </a:lnTo>
                  <a:lnTo>
                    <a:pt x="280" y="540"/>
                  </a:lnTo>
                  <a:lnTo>
                    <a:pt x="357" y="532"/>
                  </a:lnTo>
                  <a:lnTo>
                    <a:pt x="340" y="426"/>
                  </a:lnTo>
                  <a:lnTo>
                    <a:pt x="330" y="321"/>
                  </a:lnTo>
                  <a:lnTo>
                    <a:pt x="325" y="212"/>
                  </a:lnTo>
                  <a:lnTo>
                    <a:pt x="324" y="90"/>
                  </a:lnTo>
                  <a:lnTo>
                    <a:pt x="569" y="90"/>
                  </a:lnTo>
                  <a:lnTo>
                    <a:pt x="569" y="436"/>
                  </a:lnTo>
                  <a:lnTo>
                    <a:pt x="644" y="436"/>
                  </a:lnTo>
                  <a:lnTo>
                    <a:pt x="645" y="90"/>
                  </a:lnTo>
                  <a:lnTo>
                    <a:pt x="855" y="90"/>
                  </a:lnTo>
                  <a:lnTo>
                    <a:pt x="855" y="458"/>
                  </a:lnTo>
                  <a:lnTo>
                    <a:pt x="933" y="458"/>
                  </a:lnTo>
                  <a:lnTo>
                    <a:pt x="933" y="0"/>
                  </a:lnTo>
                  <a:moveTo>
                    <a:pt x="1025" y="624"/>
                  </a:moveTo>
                  <a:lnTo>
                    <a:pt x="0" y="623"/>
                  </a:lnTo>
                  <a:lnTo>
                    <a:pt x="0" y="713"/>
                  </a:lnTo>
                  <a:lnTo>
                    <a:pt x="535" y="714"/>
                  </a:lnTo>
                  <a:lnTo>
                    <a:pt x="535" y="875"/>
                  </a:lnTo>
                  <a:lnTo>
                    <a:pt x="614" y="875"/>
                  </a:lnTo>
                  <a:lnTo>
                    <a:pt x="614" y="714"/>
                  </a:lnTo>
                  <a:lnTo>
                    <a:pt x="1025" y="714"/>
                  </a:lnTo>
                  <a:lnTo>
                    <a:pt x="1025" y="624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"/>
            <p:cNvSpPr/>
            <p:nvPr/>
          </p:nvSpPr>
          <p:spPr bwMode="auto">
            <a:xfrm>
              <a:off x="2662200" y="5406840"/>
              <a:ext cx="368640" cy="292680"/>
            </a:xfrm>
            <a:custGeom>
              <a:avLst/>
              <a:gdLst/>
              <a:ahLst/>
              <a:cxnLst/>
              <a:rect l="0" t="0" r="r" b="b"/>
              <a:pathLst>
                <a:path w="1024" h="813" fill="norm" stroke="1" extrusionOk="0">
                  <a:moveTo>
                    <a:pt x="974" y="322"/>
                  </a:moveTo>
                  <a:lnTo>
                    <a:pt x="973" y="295"/>
                  </a:lnTo>
                  <a:lnTo>
                    <a:pt x="971" y="269"/>
                  </a:lnTo>
                  <a:lnTo>
                    <a:pt x="966" y="245"/>
                  </a:lnTo>
                  <a:lnTo>
                    <a:pt x="960" y="222"/>
                  </a:lnTo>
                  <a:lnTo>
                    <a:pt x="952" y="200"/>
                  </a:lnTo>
                  <a:lnTo>
                    <a:pt x="942" y="179"/>
                  </a:lnTo>
                  <a:lnTo>
                    <a:pt x="931" y="161"/>
                  </a:lnTo>
                  <a:lnTo>
                    <a:pt x="919" y="143"/>
                  </a:lnTo>
                  <a:lnTo>
                    <a:pt x="905" y="128"/>
                  </a:lnTo>
                  <a:lnTo>
                    <a:pt x="890" y="114"/>
                  </a:lnTo>
                  <a:lnTo>
                    <a:pt x="873" y="102"/>
                  </a:lnTo>
                  <a:lnTo>
                    <a:pt x="855" y="93"/>
                  </a:lnTo>
                  <a:lnTo>
                    <a:pt x="836" y="85"/>
                  </a:lnTo>
                  <a:lnTo>
                    <a:pt x="816" y="79"/>
                  </a:lnTo>
                  <a:lnTo>
                    <a:pt x="795" y="76"/>
                  </a:lnTo>
                  <a:lnTo>
                    <a:pt x="773" y="74"/>
                  </a:lnTo>
                  <a:lnTo>
                    <a:pt x="751" y="76"/>
                  </a:lnTo>
                  <a:lnTo>
                    <a:pt x="729" y="79"/>
                  </a:lnTo>
                  <a:lnTo>
                    <a:pt x="709" y="85"/>
                  </a:lnTo>
                  <a:lnTo>
                    <a:pt x="690" y="93"/>
                  </a:lnTo>
                  <a:lnTo>
                    <a:pt x="672" y="102"/>
                  </a:lnTo>
                  <a:lnTo>
                    <a:pt x="656" y="114"/>
                  </a:lnTo>
                  <a:lnTo>
                    <a:pt x="641" y="128"/>
                  </a:lnTo>
                  <a:lnTo>
                    <a:pt x="627" y="143"/>
                  </a:lnTo>
                  <a:lnTo>
                    <a:pt x="614" y="160"/>
                  </a:lnTo>
                  <a:lnTo>
                    <a:pt x="603" y="179"/>
                  </a:lnTo>
                  <a:lnTo>
                    <a:pt x="594" y="199"/>
                  </a:lnTo>
                  <a:lnTo>
                    <a:pt x="586" y="221"/>
                  </a:lnTo>
                  <a:lnTo>
                    <a:pt x="580" y="244"/>
                  </a:lnTo>
                  <a:lnTo>
                    <a:pt x="575" y="269"/>
                  </a:lnTo>
                  <a:lnTo>
                    <a:pt x="573" y="295"/>
                  </a:lnTo>
                  <a:lnTo>
                    <a:pt x="572" y="321"/>
                  </a:lnTo>
                  <a:lnTo>
                    <a:pt x="573" y="348"/>
                  </a:lnTo>
                  <a:lnTo>
                    <a:pt x="575" y="373"/>
                  </a:lnTo>
                  <a:lnTo>
                    <a:pt x="580" y="398"/>
                  </a:lnTo>
                  <a:lnTo>
                    <a:pt x="586" y="421"/>
                  </a:lnTo>
                  <a:lnTo>
                    <a:pt x="594" y="443"/>
                  </a:lnTo>
                  <a:lnTo>
                    <a:pt x="603" y="463"/>
                  </a:lnTo>
                  <a:lnTo>
                    <a:pt x="614" y="482"/>
                  </a:lnTo>
                  <a:lnTo>
                    <a:pt x="626" y="499"/>
                  </a:lnTo>
                  <a:lnTo>
                    <a:pt x="640" y="515"/>
                  </a:lnTo>
                  <a:lnTo>
                    <a:pt x="655" y="528"/>
                  </a:lnTo>
                  <a:lnTo>
                    <a:pt x="672" y="540"/>
                  </a:lnTo>
                  <a:lnTo>
                    <a:pt x="690" y="550"/>
                  </a:lnTo>
                  <a:lnTo>
                    <a:pt x="709" y="558"/>
                  </a:lnTo>
                  <a:lnTo>
                    <a:pt x="729" y="564"/>
                  </a:lnTo>
                  <a:lnTo>
                    <a:pt x="750" y="567"/>
                  </a:lnTo>
                  <a:lnTo>
                    <a:pt x="773" y="568"/>
                  </a:lnTo>
                  <a:lnTo>
                    <a:pt x="795" y="567"/>
                  </a:lnTo>
                  <a:lnTo>
                    <a:pt x="816" y="564"/>
                  </a:lnTo>
                  <a:lnTo>
                    <a:pt x="836" y="558"/>
                  </a:lnTo>
                  <a:lnTo>
                    <a:pt x="855" y="550"/>
                  </a:lnTo>
                  <a:lnTo>
                    <a:pt x="873" y="540"/>
                  </a:lnTo>
                  <a:lnTo>
                    <a:pt x="889" y="529"/>
                  </a:lnTo>
                  <a:lnTo>
                    <a:pt x="905" y="515"/>
                  </a:lnTo>
                  <a:lnTo>
                    <a:pt x="918" y="499"/>
                  </a:lnTo>
                  <a:lnTo>
                    <a:pt x="931" y="482"/>
                  </a:lnTo>
                  <a:lnTo>
                    <a:pt x="942" y="463"/>
                  </a:lnTo>
                  <a:lnTo>
                    <a:pt x="952" y="443"/>
                  </a:lnTo>
                  <a:lnTo>
                    <a:pt x="960" y="421"/>
                  </a:lnTo>
                  <a:lnTo>
                    <a:pt x="966" y="398"/>
                  </a:lnTo>
                  <a:lnTo>
                    <a:pt x="971" y="374"/>
                  </a:lnTo>
                  <a:lnTo>
                    <a:pt x="973" y="348"/>
                  </a:lnTo>
                  <a:lnTo>
                    <a:pt x="974" y="322"/>
                  </a:lnTo>
                  <a:moveTo>
                    <a:pt x="902" y="322"/>
                  </a:moveTo>
                  <a:lnTo>
                    <a:pt x="901" y="339"/>
                  </a:lnTo>
                  <a:lnTo>
                    <a:pt x="899" y="356"/>
                  </a:lnTo>
                  <a:lnTo>
                    <a:pt x="896" y="372"/>
                  </a:lnTo>
                  <a:lnTo>
                    <a:pt x="892" y="387"/>
                  </a:lnTo>
                  <a:lnTo>
                    <a:pt x="887" y="401"/>
                  </a:lnTo>
                  <a:lnTo>
                    <a:pt x="881" y="414"/>
                  </a:lnTo>
                  <a:lnTo>
                    <a:pt x="874" y="426"/>
                  </a:lnTo>
                  <a:lnTo>
                    <a:pt x="866" y="438"/>
                  </a:lnTo>
                  <a:lnTo>
                    <a:pt x="857" y="448"/>
                  </a:lnTo>
                  <a:lnTo>
                    <a:pt x="847" y="457"/>
                  </a:lnTo>
                  <a:lnTo>
                    <a:pt x="836" y="464"/>
                  </a:lnTo>
                  <a:lnTo>
                    <a:pt x="825" y="471"/>
                  </a:lnTo>
                  <a:lnTo>
                    <a:pt x="813" y="476"/>
                  </a:lnTo>
                  <a:lnTo>
                    <a:pt x="800" y="479"/>
                  </a:lnTo>
                  <a:lnTo>
                    <a:pt x="787" y="482"/>
                  </a:lnTo>
                  <a:lnTo>
                    <a:pt x="773" y="482"/>
                  </a:lnTo>
                  <a:lnTo>
                    <a:pt x="759" y="482"/>
                  </a:lnTo>
                  <a:lnTo>
                    <a:pt x="745" y="479"/>
                  </a:lnTo>
                  <a:lnTo>
                    <a:pt x="732" y="476"/>
                  </a:lnTo>
                  <a:lnTo>
                    <a:pt x="720" y="471"/>
                  </a:lnTo>
                  <a:lnTo>
                    <a:pt x="708" y="464"/>
                  </a:lnTo>
                  <a:lnTo>
                    <a:pt x="698" y="456"/>
                  </a:lnTo>
                  <a:lnTo>
                    <a:pt x="688" y="447"/>
                  </a:lnTo>
                  <a:lnTo>
                    <a:pt x="679" y="437"/>
                  </a:lnTo>
                  <a:lnTo>
                    <a:pt x="671" y="426"/>
                  </a:lnTo>
                  <a:lnTo>
                    <a:pt x="664" y="414"/>
                  </a:lnTo>
                  <a:lnTo>
                    <a:pt x="658" y="401"/>
                  </a:lnTo>
                  <a:lnTo>
                    <a:pt x="653" y="386"/>
                  </a:lnTo>
                  <a:lnTo>
                    <a:pt x="649" y="371"/>
                  </a:lnTo>
                  <a:lnTo>
                    <a:pt x="646" y="355"/>
                  </a:lnTo>
                  <a:lnTo>
                    <a:pt x="645" y="339"/>
                  </a:lnTo>
                  <a:lnTo>
                    <a:pt x="644" y="321"/>
                  </a:lnTo>
                  <a:lnTo>
                    <a:pt x="645" y="304"/>
                  </a:lnTo>
                  <a:lnTo>
                    <a:pt x="646" y="287"/>
                  </a:lnTo>
                  <a:lnTo>
                    <a:pt x="649" y="271"/>
                  </a:lnTo>
                  <a:lnTo>
                    <a:pt x="653" y="256"/>
                  </a:lnTo>
                  <a:lnTo>
                    <a:pt x="658" y="241"/>
                  </a:lnTo>
                  <a:lnTo>
                    <a:pt x="664" y="228"/>
                  </a:lnTo>
                  <a:lnTo>
                    <a:pt x="671" y="216"/>
                  </a:lnTo>
                  <a:lnTo>
                    <a:pt x="679" y="204"/>
                  </a:lnTo>
                  <a:lnTo>
                    <a:pt x="688" y="194"/>
                  </a:lnTo>
                  <a:lnTo>
                    <a:pt x="698" y="185"/>
                  </a:lnTo>
                  <a:lnTo>
                    <a:pt x="709" y="178"/>
                  </a:lnTo>
                  <a:lnTo>
                    <a:pt x="720" y="171"/>
                  </a:lnTo>
                  <a:lnTo>
                    <a:pt x="732" y="166"/>
                  </a:lnTo>
                  <a:lnTo>
                    <a:pt x="745" y="162"/>
                  </a:lnTo>
                  <a:lnTo>
                    <a:pt x="759" y="160"/>
                  </a:lnTo>
                  <a:lnTo>
                    <a:pt x="773" y="159"/>
                  </a:lnTo>
                  <a:lnTo>
                    <a:pt x="787" y="160"/>
                  </a:lnTo>
                  <a:lnTo>
                    <a:pt x="800" y="162"/>
                  </a:lnTo>
                  <a:lnTo>
                    <a:pt x="813" y="166"/>
                  </a:lnTo>
                  <a:lnTo>
                    <a:pt x="825" y="171"/>
                  </a:lnTo>
                  <a:lnTo>
                    <a:pt x="837" y="178"/>
                  </a:lnTo>
                  <a:lnTo>
                    <a:pt x="847" y="185"/>
                  </a:lnTo>
                  <a:lnTo>
                    <a:pt x="857" y="194"/>
                  </a:lnTo>
                  <a:lnTo>
                    <a:pt x="866" y="205"/>
                  </a:lnTo>
                  <a:lnTo>
                    <a:pt x="874" y="216"/>
                  </a:lnTo>
                  <a:lnTo>
                    <a:pt x="881" y="228"/>
                  </a:lnTo>
                  <a:lnTo>
                    <a:pt x="887" y="242"/>
                  </a:lnTo>
                  <a:lnTo>
                    <a:pt x="893" y="256"/>
                  </a:lnTo>
                  <a:lnTo>
                    <a:pt x="897" y="271"/>
                  </a:lnTo>
                  <a:lnTo>
                    <a:pt x="900" y="287"/>
                  </a:lnTo>
                  <a:lnTo>
                    <a:pt x="901" y="304"/>
                  </a:lnTo>
                  <a:lnTo>
                    <a:pt x="902" y="322"/>
                  </a:lnTo>
                  <a:moveTo>
                    <a:pt x="407" y="12"/>
                  </a:moveTo>
                  <a:lnTo>
                    <a:pt x="411" y="271"/>
                  </a:lnTo>
                  <a:lnTo>
                    <a:pt x="32" y="271"/>
                  </a:lnTo>
                  <a:lnTo>
                    <a:pt x="32" y="361"/>
                  </a:lnTo>
                  <a:lnTo>
                    <a:pt x="416" y="361"/>
                  </a:lnTo>
                  <a:lnTo>
                    <a:pt x="421" y="434"/>
                  </a:lnTo>
                  <a:lnTo>
                    <a:pt x="428" y="508"/>
                  </a:lnTo>
                  <a:lnTo>
                    <a:pt x="437" y="581"/>
                  </a:lnTo>
                  <a:lnTo>
                    <a:pt x="448" y="653"/>
                  </a:lnTo>
                  <a:lnTo>
                    <a:pt x="519" y="648"/>
                  </a:lnTo>
                  <a:lnTo>
                    <a:pt x="508" y="566"/>
                  </a:lnTo>
                  <a:lnTo>
                    <a:pt x="500" y="482"/>
                  </a:lnTo>
                  <a:lnTo>
                    <a:pt x="491" y="313"/>
                  </a:lnTo>
                  <a:lnTo>
                    <a:pt x="486" y="0"/>
                  </a:lnTo>
                  <a:lnTo>
                    <a:pt x="407" y="12"/>
                  </a:lnTo>
                  <a:moveTo>
                    <a:pt x="326" y="500"/>
                  </a:moveTo>
                  <a:lnTo>
                    <a:pt x="252" y="499"/>
                  </a:lnTo>
                  <a:lnTo>
                    <a:pt x="252" y="721"/>
                  </a:lnTo>
                  <a:lnTo>
                    <a:pt x="0" y="721"/>
                  </a:lnTo>
                  <a:lnTo>
                    <a:pt x="0" y="813"/>
                  </a:lnTo>
                  <a:lnTo>
                    <a:pt x="1024" y="813"/>
                  </a:lnTo>
                  <a:lnTo>
                    <a:pt x="1024" y="722"/>
                  </a:lnTo>
                  <a:lnTo>
                    <a:pt x="325" y="721"/>
                  </a:lnTo>
                  <a:lnTo>
                    <a:pt x="326" y="5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0793826" name=""/>
          <p:cNvGrpSpPr/>
          <p:nvPr/>
        </p:nvGrpSpPr>
        <p:grpSpPr bwMode="auto">
          <a:xfrm>
            <a:off x="686520" y="3655440"/>
            <a:ext cx="4343400" cy="2745360"/>
            <a:chOff x="686520" y="3655440"/>
            <a:chExt cx="4343400" cy="2745360"/>
          </a:xfrm>
        </p:grpSpPr>
        <p:sp>
          <p:nvSpPr>
            <p:cNvPr id="211" name=""/>
            <p:cNvSpPr/>
            <p:nvPr/>
          </p:nvSpPr>
          <p:spPr bwMode="auto">
            <a:xfrm>
              <a:off x="686520" y="3655440"/>
              <a:ext cx="4343400" cy="2745360"/>
            </a:xfrm>
            <a:custGeom>
              <a:avLst/>
              <a:gdLst/>
              <a:ahLst/>
              <a:cxnLst/>
              <a:rect l="0" t="0" r="r" b="b"/>
              <a:pathLst>
                <a:path w="12065" h="7626" fill="norm" stroke="1" extrusionOk="0">
                  <a:moveTo>
                    <a:pt x="7" y="0"/>
                  </a:moveTo>
                  <a:lnTo>
                    <a:pt x="12065" y="10"/>
                  </a:lnTo>
                  <a:lnTo>
                    <a:pt x="12058" y="7626"/>
                  </a:lnTo>
                  <a:lnTo>
                    <a:pt x="0" y="761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81D41A"/>
            </a:solidFill>
            <a:ln w="12600">
              <a:solidFill>
                <a:schemeClr val="accent1"/>
              </a:solidFill>
              <a:miter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"/>
            <p:cNvSpPr/>
            <p:nvPr/>
          </p:nvSpPr>
          <p:spPr bwMode="auto">
            <a:xfrm>
              <a:off x="2664000" y="4327200"/>
              <a:ext cx="345960" cy="320040"/>
            </a:xfrm>
            <a:custGeom>
              <a:avLst/>
              <a:gdLst/>
              <a:ahLst/>
              <a:cxnLst/>
              <a:rect l="0" t="0" r="r" b="b"/>
              <a:pathLst>
                <a:path w="961" h="889" fill="norm" stroke="1" extrusionOk="0">
                  <a:moveTo>
                    <a:pt x="961" y="84"/>
                  </a:moveTo>
                  <a:lnTo>
                    <a:pt x="886" y="84"/>
                  </a:lnTo>
                  <a:lnTo>
                    <a:pt x="886" y="394"/>
                  </a:lnTo>
                  <a:lnTo>
                    <a:pt x="880" y="394"/>
                  </a:lnTo>
                  <a:lnTo>
                    <a:pt x="855" y="392"/>
                  </a:lnTo>
                  <a:lnTo>
                    <a:pt x="830" y="387"/>
                  </a:lnTo>
                  <a:lnTo>
                    <a:pt x="806" y="378"/>
                  </a:lnTo>
                  <a:lnTo>
                    <a:pt x="783" y="365"/>
                  </a:lnTo>
                  <a:lnTo>
                    <a:pt x="761" y="350"/>
                  </a:lnTo>
                  <a:lnTo>
                    <a:pt x="740" y="332"/>
                  </a:lnTo>
                  <a:lnTo>
                    <a:pt x="719" y="311"/>
                  </a:lnTo>
                  <a:lnTo>
                    <a:pt x="700" y="288"/>
                  </a:lnTo>
                  <a:lnTo>
                    <a:pt x="682" y="263"/>
                  </a:lnTo>
                  <a:lnTo>
                    <a:pt x="666" y="237"/>
                  </a:lnTo>
                  <a:lnTo>
                    <a:pt x="651" y="208"/>
                  </a:lnTo>
                  <a:lnTo>
                    <a:pt x="637" y="179"/>
                  </a:lnTo>
                  <a:lnTo>
                    <a:pt x="626" y="148"/>
                  </a:lnTo>
                  <a:lnTo>
                    <a:pt x="616" y="117"/>
                  </a:lnTo>
                  <a:lnTo>
                    <a:pt x="608" y="85"/>
                  </a:lnTo>
                  <a:lnTo>
                    <a:pt x="602" y="52"/>
                  </a:lnTo>
                  <a:lnTo>
                    <a:pt x="527" y="87"/>
                  </a:lnTo>
                  <a:lnTo>
                    <a:pt x="540" y="144"/>
                  </a:lnTo>
                  <a:lnTo>
                    <a:pt x="558" y="199"/>
                  </a:lnTo>
                  <a:lnTo>
                    <a:pt x="581" y="252"/>
                  </a:lnTo>
                  <a:lnTo>
                    <a:pt x="594" y="277"/>
                  </a:lnTo>
                  <a:lnTo>
                    <a:pt x="609" y="301"/>
                  </a:lnTo>
                  <a:lnTo>
                    <a:pt x="624" y="324"/>
                  </a:lnTo>
                  <a:lnTo>
                    <a:pt x="641" y="346"/>
                  </a:lnTo>
                  <a:lnTo>
                    <a:pt x="659" y="366"/>
                  </a:lnTo>
                  <a:lnTo>
                    <a:pt x="677" y="385"/>
                  </a:lnTo>
                  <a:lnTo>
                    <a:pt x="697" y="403"/>
                  </a:lnTo>
                  <a:lnTo>
                    <a:pt x="718" y="418"/>
                  </a:lnTo>
                  <a:lnTo>
                    <a:pt x="739" y="432"/>
                  </a:lnTo>
                  <a:lnTo>
                    <a:pt x="762" y="444"/>
                  </a:lnTo>
                  <a:lnTo>
                    <a:pt x="739" y="456"/>
                  </a:lnTo>
                  <a:lnTo>
                    <a:pt x="718" y="471"/>
                  </a:lnTo>
                  <a:lnTo>
                    <a:pt x="697" y="486"/>
                  </a:lnTo>
                  <a:lnTo>
                    <a:pt x="677" y="504"/>
                  </a:lnTo>
                  <a:lnTo>
                    <a:pt x="658" y="523"/>
                  </a:lnTo>
                  <a:lnTo>
                    <a:pt x="641" y="544"/>
                  </a:lnTo>
                  <a:lnTo>
                    <a:pt x="624" y="566"/>
                  </a:lnTo>
                  <a:lnTo>
                    <a:pt x="608" y="589"/>
                  </a:lnTo>
                  <a:lnTo>
                    <a:pt x="594" y="613"/>
                  </a:lnTo>
                  <a:lnTo>
                    <a:pt x="581" y="638"/>
                  </a:lnTo>
                  <a:lnTo>
                    <a:pt x="558" y="691"/>
                  </a:lnTo>
                  <a:lnTo>
                    <a:pt x="539" y="746"/>
                  </a:lnTo>
                  <a:lnTo>
                    <a:pt x="526" y="803"/>
                  </a:lnTo>
                  <a:lnTo>
                    <a:pt x="601" y="837"/>
                  </a:lnTo>
                  <a:lnTo>
                    <a:pt x="607" y="805"/>
                  </a:lnTo>
                  <a:lnTo>
                    <a:pt x="615" y="773"/>
                  </a:lnTo>
                  <a:lnTo>
                    <a:pt x="625" y="741"/>
                  </a:lnTo>
                  <a:lnTo>
                    <a:pt x="637" y="711"/>
                  </a:lnTo>
                  <a:lnTo>
                    <a:pt x="650" y="681"/>
                  </a:lnTo>
                  <a:lnTo>
                    <a:pt x="665" y="653"/>
                  </a:lnTo>
                  <a:lnTo>
                    <a:pt x="682" y="626"/>
                  </a:lnTo>
                  <a:lnTo>
                    <a:pt x="700" y="601"/>
                  </a:lnTo>
                  <a:lnTo>
                    <a:pt x="719" y="578"/>
                  </a:lnTo>
                  <a:lnTo>
                    <a:pt x="739" y="558"/>
                  </a:lnTo>
                  <a:lnTo>
                    <a:pt x="761" y="540"/>
                  </a:lnTo>
                  <a:lnTo>
                    <a:pt x="783" y="525"/>
                  </a:lnTo>
                  <a:lnTo>
                    <a:pt x="806" y="512"/>
                  </a:lnTo>
                  <a:lnTo>
                    <a:pt x="830" y="503"/>
                  </a:lnTo>
                  <a:lnTo>
                    <a:pt x="855" y="497"/>
                  </a:lnTo>
                  <a:lnTo>
                    <a:pt x="880" y="496"/>
                  </a:lnTo>
                  <a:lnTo>
                    <a:pt x="886" y="496"/>
                  </a:lnTo>
                  <a:lnTo>
                    <a:pt x="885" y="805"/>
                  </a:lnTo>
                  <a:lnTo>
                    <a:pt x="960" y="805"/>
                  </a:lnTo>
                  <a:lnTo>
                    <a:pt x="961" y="84"/>
                  </a:lnTo>
                  <a:moveTo>
                    <a:pt x="441" y="0"/>
                  </a:moveTo>
                  <a:lnTo>
                    <a:pt x="364" y="0"/>
                  </a:lnTo>
                  <a:lnTo>
                    <a:pt x="364" y="398"/>
                  </a:lnTo>
                  <a:lnTo>
                    <a:pt x="0" y="398"/>
                  </a:lnTo>
                  <a:lnTo>
                    <a:pt x="0" y="487"/>
                  </a:lnTo>
                  <a:lnTo>
                    <a:pt x="364" y="487"/>
                  </a:lnTo>
                  <a:lnTo>
                    <a:pt x="363" y="889"/>
                  </a:lnTo>
                  <a:lnTo>
                    <a:pt x="440" y="889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 bwMode="auto">
            <a:xfrm>
              <a:off x="2662920" y="4683960"/>
              <a:ext cx="369360" cy="333720"/>
            </a:xfrm>
            <a:custGeom>
              <a:avLst/>
              <a:gdLst/>
              <a:ahLst/>
              <a:cxnLst/>
              <a:rect l="0" t="0" r="r" b="b"/>
              <a:pathLst>
                <a:path w="1026" h="927" fill="norm" stroke="1" extrusionOk="0">
                  <a:moveTo>
                    <a:pt x="1007" y="248"/>
                  </a:moveTo>
                  <a:lnTo>
                    <a:pt x="849" y="248"/>
                  </a:lnTo>
                  <a:lnTo>
                    <a:pt x="849" y="27"/>
                  </a:lnTo>
                  <a:lnTo>
                    <a:pt x="773" y="27"/>
                  </a:lnTo>
                  <a:lnTo>
                    <a:pt x="773" y="249"/>
                  </a:lnTo>
                  <a:lnTo>
                    <a:pt x="695" y="249"/>
                  </a:lnTo>
                  <a:lnTo>
                    <a:pt x="662" y="248"/>
                  </a:lnTo>
                  <a:lnTo>
                    <a:pt x="629" y="244"/>
                  </a:lnTo>
                  <a:lnTo>
                    <a:pt x="597" y="239"/>
                  </a:lnTo>
                  <a:lnTo>
                    <a:pt x="565" y="231"/>
                  </a:lnTo>
                  <a:lnTo>
                    <a:pt x="533" y="221"/>
                  </a:lnTo>
                  <a:lnTo>
                    <a:pt x="503" y="208"/>
                  </a:lnTo>
                  <a:lnTo>
                    <a:pt x="473" y="194"/>
                  </a:lnTo>
                  <a:lnTo>
                    <a:pt x="444" y="179"/>
                  </a:lnTo>
                  <a:lnTo>
                    <a:pt x="417" y="161"/>
                  </a:lnTo>
                  <a:lnTo>
                    <a:pt x="391" y="142"/>
                  </a:lnTo>
                  <a:lnTo>
                    <a:pt x="366" y="122"/>
                  </a:lnTo>
                  <a:lnTo>
                    <a:pt x="344" y="100"/>
                  </a:lnTo>
                  <a:lnTo>
                    <a:pt x="323" y="77"/>
                  </a:lnTo>
                  <a:lnTo>
                    <a:pt x="304" y="52"/>
                  </a:lnTo>
                  <a:lnTo>
                    <a:pt x="287" y="26"/>
                  </a:lnTo>
                  <a:lnTo>
                    <a:pt x="272" y="0"/>
                  </a:lnTo>
                  <a:lnTo>
                    <a:pt x="200" y="51"/>
                  </a:lnTo>
                  <a:lnTo>
                    <a:pt x="211" y="72"/>
                  </a:lnTo>
                  <a:lnTo>
                    <a:pt x="224" y="92"/>
                  </a:lnTo>
                  <a:lnTo>
                    <a:pt x="238" y="111"/>
                  </a:lnTo>
                  <a:lnTo>
                    <a:pt x="253" y="130"/>
                  </a:lnTo>
                  <a:lnTo>
                    <a:pt x="269" y="149"/>
                  </a:lnTo>
                  <a:lnTo>
                    <a:pt x="287" y="166"/>
                  </a:lnTo>
                  <a:lnTo>
                    <a:pt x="306" y="183"/>
                  </a:lnTo>
                  <a:lnTo>
                    <a:pt x="326" y="199"/>
                  </a:lnTo>
                  <a:lnTo>
                    <a:pt x="368" y="228"/>
                  </a:lnTo>
                  <a:lnTo>
                    <a:pt x="414" y="255"/>
                  </a:lnTo>
                  <a:lnTo>
                    <a:pt x="463" y="277"/>
                  </a:lnTo>
                  <a:lnTo>
                    <a:pt x="515" y="295"/>
                  </a:lnTo>
                  <a:lnTo>
                    <a:pt x="467" y="312"/>
                  </a:lnTo>
                  <a:lnTo>
                    <a:pt x="421" y="333"/>
                  </a:lnTo>
                  <a:lnTo>
                    <a:pt x="378" y="358"/>
                  </a:lnTo>
                  <a:lnTo>
                    <a:pt x="338" y="386"/>
                  </a:lnTo>
                  <a:lnTo>
                    <a:pt x="302" y="417"/>
                  </a:lnTo>
                  <a:lnTo>
                    <a:pt x="285" y="434"/>
                  </a:lnTo>
                  <a:lnTo>
                    <a:pt x="269" y="451"/>
                  </a:lnTo>
                  <a:lnTo>
                    <a:pt x="255" y="469"/>
                  </a:lnTo>
                  <a:lnTo>
                    <a:pt x="241" y="487"/>
                  </a:lnTo>
                  <a:lnTo>
                    <a:pt x="229" y="507"/>
                  </a:lnTo>
                  <a:lnTo>
                    <a:pt x="218" y="526"/>
                  </a:lnTo>
                  <a:lnTo>
                    <a:pt x="290" y="577"/>
                  </a:lnTo>
                  <a:lnTo>
                    <a:pt x="305" y="551"/>
                  </a:lnTo>
                  <a:lnTo>
                    <a:pt x="321" y="527"/>
                  </a:lnTo>
                  <a:lnTo>
                    <a:pt x="340" y="503"/>
                  </a:lnTo>
                  <a:lnTo>
                    <a:pt x="361" y="480"/>
                  </a:lnTo>
                  <a:lnTo>
                    <a:pt x="383" y="459"/>
                  </a:lnTo>
                  <a:lnTo>
                    <a:pt x="407" y="439"/>
                  </a:lnTo>
                  <a:lnTo>
                    <a:pt x="432" y="421"/>
                  </a:lnTo>
                  <a:lnTo>
                    <a:pt x="458" y="404"/>
                  </a:lnTo>
                  <a:lnTo>
                    <a:pt x="485" y="389"/>
                  </a:lnTo>
                  <a:lnTo>
                    <a:pt x="514" y="376"/>
                  </a:lnTo>
                  <a:lnTo>
                    <a:pt x="543" y="365"/>
                  </a:lnTo>
                  <a:lnTo>
                    <a:pt x="572" y="355"/>
                  </a:lnTo>
                  <a:lnTo>
                    <a:pt x="603" y="347"/>
                  </a:lnTo>
                  <a:lnTo>
                    <a:pt x="633" y="342"/>
                  </a:lnTo>
                  <a:lnTo>
                    <a:pt x="664" y="339"/>
                  </a:lnTo>
                  <a:lnTo>
                    <a:pt x="695" y="337"/>
                  </a:lnTo>
                  <a:lnTo>
                    <a:pt x="773" y="337"/>
                  </a:lnTo>
                  <a:lnTo>
                    <a:pt x="773" y="556"/>
                  </a:lnTo>
                  <a:lnTo>
                    <a:pt x="848" y="556"/>
                  </a:lnTo>
                  <a:lnTo>
                    <a:pt x="849" y="339"/>
                  </a:lnTo>
                  <a:lnTo>
                    <a:pt x="1007" y="339"/>
                  </a:lnTo>
                  <a:lnTo>
                    <a:pt x="1007" y="248"/>
                  </a:lnTo>
                  <a:moveTo>
                    <a:pt x="1026" y="676"/>
                  </a:moveTo>
                  <a:lnTo>
                    <a:pt x="1" y="675"/>
                  </a:lnTo>
                  <a:lnTo>
                    <a:pt x="0" y="765"/>
                  </a:lnTo>
                  <a:lnTo>
                    <a:pt x="527" y="766"/>
                  </a:lnTo>
                  <a:lnTo>
                    <a:pt x="527" y="927"/>
                  </a:lnTo>
                  <a:lnTo>
                    <a:pt x="606" y="927"/>
                  </a:lnTo>
                  <a:lnTo>
                    <a:pt x="606" y="766"/>
                  </a:lnTo>
                  <a:lnTo>
                    <a:pt x="1026" y="766"/>
                  </a:lnTo>
                  <a:lnTo>
                    <a:pt x="1026" y="676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 bwMode="auto">
            <a:xfrm>
              <a:off x="2662920" y="5063039"/>
              <a:ext cx="369000" cy="315000"/>
            </a:xfrm>
            <a:custGeom>
              <a:avLst/>
              <a:gdLst/>
              <a:ahLst/>
              <a:cxnLst/>
              <a:rect l="0" t="0" r="r" b="b"/>
              <a:pathLst>
                <a:path w="1025" h="875" fill="norm" stroke="1" extrusionOk="0">
                  <a:moveTo>
                    <a:pt x="933" y="0"/>
                  </a:moveTo>
                  <a:lnTo>
                    <a:pt x="247" y="0"/>
                  </a:lnTo>
                  <a:lnTo>
                    <a:pt x="247" y="77"/>
                  </a:lnTo>
                  <a:lnTo>
                    <a:pt x="248" y="206"/>
                  </a:lnTo>
                  <a:lnTo>
                    <a:pt x="253" y="321"/>
                  </a:lnTo>
                  <a:lnTo>
                    <a:pt x="263" y="430"/>
                  </a:lnTo>
                  <a:lnTo>
                    <a:pt x="280" y="540"/>
                  </a:lnTo>
                  <a:lnTo>
                    <a:pt x="357" y="532"/>
                  </a:lnTo>
                  <a:lnTo>
                    <a:pt x="340" y="426"/>
                  </a:lnTo>
                  <a:lnTo>
                    <a:pt x="330" y="321"/>
                  </a:lnTo>
                  <a:lnTo>
                    <a:pt x="325" y="212"/>
                  </a:lnTo>
                  <a:lnTo>
                    <a:pt x="324" y="90"/>
                  </a:lnTo>
                  <a:lnTo>
                    <a:pt x="569" y="90"/>
                  </a:lnTo>
                  <a:lnTo>
                    <a:pt x="569" y="436"/>
                  </a:lnTo>
                  <a:lnTo>
                    <a:pt x="644" y="436"/>
                  </a:lnTo>
                  <a:lnTo>
                    <a:pt x="645" y="90"/>
                  </a:lnTo>
                  <a:lnTo>
                    <a:pt x="855" y="90"/>
                  </a:lnTo>
                  <a:lnTo>
                    <a:pt x="855" y="458"/>
                  </a:lnTo>
                  <a:lnTo>
                    <a:pt x="933" y="458"/>
                  </a:lnTo>
                  <a:lnTo>
                    <a:pt x="933" y="0"/>
                  </a:lnTo>
                  <a:moveTo>
                    <a:pt x="1025" y="624"/>
                  </a:moveTo>
                  <a:lnTo>
                    <a:pt x="0" y="623"/>
                  </a:lnTo>
                  <a:lnTo>
                    <a:pt x="0" y="713"/>
                  </a:lnTo>
                  <a:lnTo>
                    <a:pt x="535" y="714"/>
                  </a:lnTo>
                  <a:lnTo>
                    <a:pt x="535" y="875"/>
                  </a:lnTo>
                  <a:lnTo>
                    <a:pt x="614" y="875"/>
                  </a:lnTo>
                  <a:lnTo>
                    <a:pt x="614" y="714"/>
                  </a:lnTo>
                  <a:lnTo>
                    <a:pt x="1025" y="714"/>
                  </a:lnTo>
                  <a:lnTo>
                    <a:pt x="1025" y="624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 bwMode="auto">
            <a:xfrm>
              <a:off x="2662560" y="5406840"/>
              <a:ext cx="368640" cy="292680"/>
            </a:xfrm>
            <a:custGeom>
              <a:avLst/>
              <a:gdLst/>
              <a:ahLst/>
              <a:cxnLst/>
              <a:rect l="0" t="0" r="r" b="b"/>
              <a:pathLst>
                <a:path w="1024" h="813" fill="norm" stroke="1" extrusionOk="0">
                  <a:moveTo>
                    <a:pt x="974" y="322"/>
                  </a:moveTo>
                  <a:lnTo>
                    <a:pt x="973" y="295"/>
                  </a:lnTo>
                  <a:lnTo>
                    <a:pt x="971" y="269"/>
                  </a:lnTo>
                  <a:lnTo>
                    <a:pt x="966" y="245"/>
                  </a:lnTo>
                  <a:lnTo>
                    <a:pt x="960" y="222"/>
                  </a:lnTo>
                  <a:lnTo>
                    <a:pt x="952" y="200"/>
                  </a:lnTo>
                  <a:lnTo>
                    <a:pt x="942" y="179"/>
                  </a:lnTo>
                  <a:lnTo>
                    <a:pt x="931" y="161"/>
                  </a:lnTo>
                  <a:lnTo>
                    <a:pt x="919" y="143"/>
                  </a:lnTo>
                  <a:lnTo>
                    <a:pt x="905" y="128"/>
                  </a:lnTo>
                  <a:lnTo>
                    <a:pt x="890" y="114"/>
                  </a:lnTo>
                  <a:lnTo>
                    <a:pt x="873" y="102"/>
                  </a:lnTo>
                  <a:lnTo>
                    <a:pt x="855" y="93"/>
                  </a:lnTo>
                  <a:lnTo>
                    <a:pt x="836" y="85"/>
                  </a:lnTo>
                  <a:lnTo>
                    <a:pt x="816" y="79"/>
                  </a:lnTo>
                  <a:lnTo>
                    <a:pt x="795" y="76"/>
                  </a:lnTo>
                  <a:lnTo>
                    <a:pt x="773" y="74"/>
                  </a:lnTo>
                  <a:lnTo>
                    <a:pt x="751" y="76"/>
                  </a:lnTo>
                  <a:lnTo>
                    <a:pt x="729" y="79"/>
                  </a:lnTo>
                  <a:lnTo>
                    <a:pt x="709" y="85"/>
                  </a:lnTo>
                  <a:lnTo>
                    <a:pt x="690" y="93"/>
                  </a:lnTo>
                  <a:lnTo>
                    <a:pt x="672" y="102"/>
                  </a:lnTo>
                  <a:lnTo>
                    <a:pt x="656" y="114"/>
                  </a:lnTo>
                  <a:lnTo>
                    <a:pt x="641" y="128"/>
                  </a:lnTo>
                  <a:lnTo>
                    <a:pt x="627" y="143"/>
                  </a:lnTo>
                  <a:lnTo>
                    <a:pt x="614" y="160"/>
                  </a:lnTo>
                  <a:lnTo>
                    <a:pt x="603" y="179"/>
                  </a:lnTo>
                  <a:lnTo>
                    <a:pt x="594" y="199"/>
                  </a:lnTo>
                  <a:lnTo>
                    <a:pt x="586" y="221"/>
                  </a:lnTo>
                  <a:lnTo>
                    <a:pt x="580" y="244"/>
                  </a:lnTo>
                  <a:lnTo>
                    <a:pt x="575" y="269"/>
                  </a:lnTo>
                  <a:lnTo>
                    <a:pt x="573" y="295"/>
                  </a:lnTo>
                  <a:lnTo>
                    <a:pt x="572" y="321"/>
                  </a:lnTo>
                  <a:lnTo>
                    <a:pt x="573" y="348"/>
                  </a:lnTo>
                  <a:lnTo>
                    <a:pt x="575" y="373"/>
                  </a:lnTo>
                  <a:lnTo>
                    <a:pt x="580" y="398"/>
                  </a:lnTo>
                  <a:lnTo>
                    <a:pt x="586" y="421"/>
                  </a:lnTo>
                  <a:lnTo>
                    <a:pt x="594" y="443"/>
                  </a:lnTo>
                  <a:lnTo>
                    <a:pt x="603" y="463"/>
                  </a:lnTo>
                  <a:lnTo>
                    <a:pt x="614" y="482"/>
                  </a:lnTo>
                  <a:lnTo>
                    <a:pt x="626" y="499"/>
                  </a:lnTo>
                  <a:lnTo>
                    <a:pt x="640" y="515"/>
                  </a:lnTo>
                  <a:lnTo>
                    <a:pt x="655" y="528"/>
                  </a:lnTo>
                  <a:lnTo>
                    <a:pt x="672" y="540"/>
                  </a:lnTo>
                  <a:lnTo>
                    <a:pt x="690" y="550"/>
                  </a:lnTo>
                  <a:lnTo>
                    <a:pt x="709" y="558"/>
                  </a:lnTo>
                  <a:lnTo>
                    <a:pt x="729" y="564"/>
                  </a:lnTo>
                  <a:lnTo>
                    <a:pt x="750" y="567"/>
                  </a:lnTo>
                  <a:lnTo>
                    <a:pt x="773" y="568"/>
                  </a:lnTo>
                  <a:lnTo>
                    <a:pt x="795" y="567"/>
                  </a:lnTo>
                  <a:lnTo>
                    <a:pt x="816" y="564"/>
                  </a:lnTo>
                  <a:lnTo>
                    <a:pt x="836" y="558"/>
                  </a:lnTo>
                  <a:lnTo>
                    <a:pt x="855" y="550"/>
                  </a:lnTo>
                  <a:lnTo>
                    <a:pt x="873" y="540"/>
                  </a:lnTo>
                  <a:lnTo>
                    <a:pt x="889" y="529"/>
                  </a:lnTo>
                  <a:lnTo>
                    <a:pt x="905" y="515"/>
                  </a:lnTo>
                  <a:lnTo>
                    <a:pt x="918" y="499"/>
                  </a:lnTo>
                  <a:lnTo>
                    <a:pt x="931" y="482"/>
                  </a:lnTo>
                  <a:lnTo>
                    <a:pt x="942" y="463"/>
                  </a:lnTo>
                  <a:lnTo>
                    <a:pt x="952" y="443"/>
                  </a:lnTo>
                  <a:lnTo>
                    <a:pt x="960" y="421"/>
                  </a:lnTo>
                  <a:lnTo>
                    <a:pt x="966" y="398"/>
                  </a:lnTo>
                  <a:lnTo>
                    <a:pt x="971" y="374"/>
                  </a:lnTo>
                  <a:lnTo>
                    <a:pt x="973" y="348"/>
                  </a:lnTo>
                  <a:lnTo>
                    <a:pt x="974" y="322"/>
                  </a:lnTo>
                  <a:moveTo>
                    <a:pt x="902" y="322"/>
                  </a:moveTo>
                  <a:lnTo>
                    <a:pt x="901" y="339"/>
                  </a:lnTo>
                  <a:lnTo>
                    <a:pt x="899" y="356"/>
                  </a:lnTo>
                  <a:lnTo>
                    <a:pt x="896" y="372"/>
                  </a:lnTo>
                  <a:lnTo>
                    <a:pt x="892" y="387"/>
                  </a:lnTo>
                  <a:lnTo>
                    <a:pt x="887" y="401"/>
                  </a:lnTo>
                  <a:lnTo>
                    <a:pt x="881" y="414"/>
                  </a:lnTo>
                  <a:lnTo>
                    <a:pt x="874" y="426"/>
                  </a:lnTo>
                  <a:lnTo>
                    <a:pt x="866" y="438"/>
                  </a:lnTo>
                  <a:lnTo>
                    <a:pt x="857" y="448"/>
                  </a:lnTo>
                  <a:lnTo>
                    <a:pt x="847" y="457"/>
                  </a:lnTo>
                  <a:lnTo>
                    <a:pt x="836" y="464"/>
                  </a:lnTo>
                  <a:lnTo>
                    <a:pt x="825" y="471"/>
                  </a:lnTo>
                  <a:lnTo>
                    <a:pt x="813" y="476"/>
                  </a:lnTo>
                  <a:lnTo>
                    <a:pt x="800" y="479"/>
                  </a:lnTo>
                  <a:lnTo>
                    <a:pt x="787" y="482"/>
                  </a:lnTo>
                  <a:lnTo>
                    <a:pt x="773" y="482"/>
                  </a:lnTo>
                  <a:lnTo>
                    <a:pt x="759" y="482"/>
                  </a:lnTo>
                  <a:lnTo>
                    <a:pt x="745" y="479"/>
                  </a:lnTo>
                  <a:lnTo>
                    <a:pt x="732" y="476"/>
                  </a:lnTo>
                  <a:lnTo>
                    <a:pt x="720" y="471"/>
                  </a:lnTo>
                  <a:lnTo>
                    <a:pt x="708" y="464"/>
                  </a:lnTo>
                  <a:lnTo>
                    <a:pt x="698" y="456"/>
                  </a:lnTo>
                  <a:lnTo>
                    <a:pt x="688" y="447"/>
                  </a:lnTo>
                  <a:lnTo>
                    <a:pt x="679" y="437"/>
                  </a:lnTo>
                  <a:lnTo>
                    <a:pt x="671" y="426"/>
                  </a:lnTo>
                  <a:lnTo>
                    <a:pt x="664" y="414"/>
                  </a:lnTo>
                  <a:lnTo>
                    <a:pt x="658" y="401"/>
                  </a:lnTo>
                  <a:lnTo>
                    <a:pt x="653" y="386"/>
                  </a:lnTo>
                  <a:lnTo>
                    <a:pt x="649" y="371"/>
                  </a:lnTo>
                  <a:lnTo>
                    <a:pt x="646" y="355"/>
                  </a:lnTo>
                  <a:lnTo>
                    <a:pt x="645" y="339"/>
                  </a:lnTo>
                  <a:lnTo>
                    <a:pt x="644" y="321"/>
                  </a:lnTo>
                  <a:lnTo>
                    <a:pt x="645" y="304"/>
                  </a:lnTo>
                  <a:lnTo>
                    <a:pt x="646" y="287"/>
                  </a:lnTo>
                  <a:lnTo>
                    <a:pt x="649" y="271"/>
                  </a:lnTo>
                  <a:lnTo>
                    <a:pt x="653" y="256"/>
                  </a:lnTo>
                  <a:lnTo>
                    <a:pt x="658" y="241"/>
                  </a:lnTo>
                  <a:lnTo>
                    <a:pt x="664" y="228"/>
                  </a:lnTo>
                  <a:lnTo>
                    <a:pt x="671" y="216"/>
                  </a:lnTo>
                  <a:lnTo>
                    <a:pt x="679" y="204"/>
                  </a:lnTo>
                  <a:lnTo>
                    <a:pt x="688" y="194"/>
                  </a:lnTo>
                  <a:lnTo>
                    <a:pt x="698" y="185"/>
                  </a:lnTo>
                  <a:lnTo>
                    <a:pt x="709" y="178"/>
                  </a:lnTo>
                  <a:lnTo>
                    <a:pt x="720" y="171"/>
                  </a:lnTo>
                  <a:lnTo>
                    <a:pt x="732" y="166"/>
                  </a:lnTo>
                  <a:lnTo>
                    <a:pt x="745" y="162"/>
                  </a:lnTo>
                  <a:lnTo>
                    <a:pt x="759" y="160"/>
                  </a:lnTo>
                  <a:lnTo>
                    <a:pt x="773" y="159"/>
                  </a:lnTo>
                  <a:lnTo>
                    <a:pt x="787" y="160"/>
                  </a:lnTo>
                  <a:lnTo>
                    <a:pt x="800" y="162"/>
                  </a:lnTo>
                  <a:lnTo>
                    <a:pt x="813" y="166"/>
                  </a:lnTo>
                  <a:lnTo>
                    <a:pt x="825" y="171"/>
                  </a:lnTo>
                  <a:lnTo>
                    <a:pt x="837" y="178"/>
                  </a:lnTo>
                  <a:lnTo>
                    <a:pt x="847" y="185"/>
                  </a:lnTo>
                  <a:lnTo>
                    <a:pt x="857" y="194"/>
                  </a:lnTo>
                  <a:lnTo>
                    <a:pt x="866" y="205"/>
                  </a:lnTo>
                  <a:lnTo>
                    <a:pt x="874" y="216"/>
                  </a:lnTo>
                  <a:lnTo>
                    <a:pt x="881" y="228"/>
                  </a:lnTo>
                  <a:lnTo>
                    <a:pt x="887" y="242"/>
                  </a:lnTo>
                  <a:lnTo>
                    <a:pt x="893" y="256"/>
                  </a:lnTo>
                  <a:lnTo>
                    <a:pt x="897" y="271"/>
                  </a:lnTo>
                  <a:lnTo>
                    <a:pt x="900" y="287"/>
                  </a:lnTo>
                  <a:lnTo>
                    <a:pt x="901" y="304"/>
                  </a:lnTo>
                  <a:lnTo>
                    <a:pt x="902" y="322"/>
                  </a:lnTo>
                  <a:moveTo>
                    <a:pt x="407" y="12"/>
                  </a:moveTo>
                  <a:lnTo>
                    <a:pt x="411" y="271"/>
                  </a:lnTo>
                  <a:lnTo>
                    <a:pt x="32" y="271"/>
                  </a:lnTo>
                  <a:lnTo>
                    <a:pt x="32" y="361"/>
                  </a:lnTo>
                  <a:lnTo>
                    <a:pt x="416" y="361"/>
                  </a:lnTo>
                  <a:lnTo>
                    <a:pt x="421" y="434"/>
                  </a:lnTo>
                  <a:lnTo>
                    <a:pt x="428" y="508"/>
                  </a:lnTo>
                  <a:lnTo>
                    <a:pt x="437" y="581"/>
                  </a:lnTo>
                  <a:lnTo>
                    <a:pt x="448" y="653"/>
                  </a:lnTo>
                  <a:lnTo>
                    <a:pt x="519" y="648"/>
                  </a:lnTo>
                  <a:lnTo>
                    <a:pt x="508" y="566"/>
                  </a:lnTo>
                  <a:lnTo>
                    <a:pt x="500" y="482"/>
                  </a:lnTo>
                  <a:lnTo>
                    <a:pt x="491" y="313"/>
                  </a:lnTo>
                  <a:lnTo>
                    <a:pt x="486" y="0"/>
                  </a:lnTo>
                  <a:lnTo>
                    <a:pt x="407" y="12"/>
                  </a:lnTo>
                  <a:moveTo>
                    <a:pt x="326" y="500"/>
                  </a:moveTo>
                  <a:lnTo>
                    <a:pt x="252" y="499"/>
                  </a:lnTo>
                  <a:lnTo>
                    <a:pt x="252" y="721"/>
                  </a:lnTo>
                  <a:lnTo>
                    <a:pt x="0" y="721"/>
                  </a:lnTo>
                  <a:lnTo>
                    <a:pt x="0" y="813"/>
                  </a:lnTo>
                  <a:lnTo>
                    <a:pt x="1024" y="813"/>
                  </a:lnTo>
                  <a:lnTo>
                    <a:pt x="1024" y="722"/>
                  </a:lnTo>
                  <a:lnTo>
                    <a:pt x="325" y="721"/>
                  </a:lnTo>
                  <a:lnTo>
                    <a:pt x="326" y="50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txBody>
            <a:bodyPr lIns="90000" tIns="45000" rIns="90000" bIns="45000" anchor="ctr">
              <a:noAutofit/>
            </a:bodyPr>
            <a:p>
              <a:pPr>
                <a:defRPr/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36132296" name=""/>
          <p:cNvSpPr/>
          <p:nvPr/>
        </p:nvSpPr>
        <p:spPr bwMode="auto">
          <a:xfrm rot="16186799">
            <a:off x="8870040" y="1541520"/>
            <a:ext cx="2565000" cy="4068720"/>
          </a:xfrm>
          <a:prstGeom prst="rect">
            <a:avLst/>
          </a:prstGeom>
          <a:solidFill>
            <a:srgbClr val="81D41A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차량 인식 영역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751906" name=""/>
          <p:cNvSpPr/>
          <p:nvPr/>
        </p:nvSpPr>
        <p:spPr bwMode="auto">
          <a:xfrm rot="16199999">
            <a:off x="9686520" y="4657320"/>
            <a:ext cx="914400" cy="286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0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0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0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000"/>
            </a:br>
            <a:r>
              <a:rPr lang="zh-CN" sz="10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5547705" name=""/>
          <p:cNvSpPr/>
          <p:nvPr/>
        </p:nvSpPr>
        <p:spPr bwMode="auto">
          <a:xfrm rot="16199999">
            <a:off x="8499960" y="3386880"/>
            <a:ext cx="1155600" cy="32508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0344398" name=""/>
          <p:cNvSpPr/>
          <p:nvPr/>
        </p:nvSpPr>
        <p:spPr bwMode="auto">
          <a:xfrm rot="16199999">
            <a:off x="10557360" y="3374280"/>
            <a:ext cx="1155600" cy="32508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2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6447475" name=""/>
          <p:cNvSpPr/>
          <p:nvPr/>
        </p:nvSpPr>
        <p:spPr bwMode="auto">
          <a:xfrm>
            <a:off x="8458200" y="465048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1602 LCD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74521507" name="" descr=""/>
          <p:cNvPicPr/>
          <p:nvPr/>
        </p:nvPicPr>
        <p:blipFill rotWithShape="1">
          <a:blip r:embed="rId4"/>
          <a:stretch/>
        </p:blipFill>
        <p:spPr bwMode="auto">
          <a:xfrm>
            <a:off x="10146240" y="3558960"/>
            <a:ext cx="1422360" cy="2831400"/>
          </a:xfrm>
          <a:prstGeom prst="rect">
            <a:avLst/>
          </a:prstGeom>
          <a:ln w="0">
            <a:noFill/>
          </a:ln>
        </p:spPr>
      </p:pic>
      <p:pic>
        <p:nvPicPr>
          <p:cNvPr id="11325943" name="" descr=""/>
          <p:cNvPicPr/>
          <p:nvPr/>
        </p:nvPicPr>
        <p:blipFill rotWithShape="1">
          <a:blip r:embed="rId4"/>
          <a:stretch/>
        </p:blipFill>
        <p:spPr bwMode="auto">
          <a:xfrm rot="5400000">
            <a:off x="3426480" y="4574160"/>
            <a:ext cx="456840" cy="90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340516" name="" descr=""/>
          <p:cNvPicPr/>
          <p:nvPr/>
        </p:nvPicPr>
        <p:blipFill rotWithShape="1">
          <a:blip r:embed="rId3"/>
          <a:stretch/>
        </p:blipFill>
        <p:spPr bwMode="auto">
          <a:xfrm>
            <a:off x="367920" y="1290240"/>
            <a:ext cx="7861680" cy="4424760"/>
          </a:xfrm>
          <a:prstGeom prst="rect">
            <a:avLst/>
          </a:prstGeom>
          <a:ln w="0">
            <a:noFill/>
          </a:ln>
        </p:spPr>
      </p:pic>
      <p:sp>
        <p:nvSpPr>
          <p:cNvPr id="1922876332" name=""/>
          <p:cNvSpPr/>
          <p:nvPr/>
        </p:nvSpPr>
        <p:spPr bwMode="auto">
          <a:xfrm>
            <a:off x="457200" y="685800"/>
            <a:ext cx="109728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-1">
                <a:solidFill>
                  <a:srgbClr val="000000"/>
                </a:solidFill>
                <a:latin typeface="Arial"/>
              </a:rPr>
              <a:t>메뉴영역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935111" name=""/>
          <p:cNvSpPr/>
          <p:nvPr/>
        </p:nvSpPr>
        <p:spPr bwMode="auto">
          <a:xfrm>
            <a:off x="457200" y="685800"/>
            <a:ext cx="109728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-1">
                <a:solidFill>
                  <a:srgbClr val="000000"/>
                </a:solidFill>
                <a:latin typeface="Arial"/>
              </a:rPr>
              <a:t>메뉴영역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951242" name=""/>
          <p:cNvSpPr/>
          <p:nvPr/>
        </p:nvSpPr>
        <p:spPr bwMode="auto">
          <a:xfrm>
            <a:off x="8458200" y="1371600"/>
            <a:ext cx="2971800" cy="2743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-1">
                <a:solidFill>
                  <a:srgbClr val="000000"/>
                </a:solidFill>
                <a:latin typeface="Arial"/>
              </a:rPr>
              <a:t>주차현황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9049929" name="" descr=""/>
          <p:cNvPicPr/>
          <p:nvPr/>
        </p:nvPicPr>
        <p:blipFill rotWithShape="1">
          <a:blip r:embed="rId4"/>
          <a:stretch/>
        </p:blipFill>
        <p:spPr bwMode="auto">
          <a:xfrm rot="5400000">
            <a:off x="2517120" y="4116960"/>
            <a:ext cx="456840" cy="90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9</cp:revision>
  <dcterms:created xsi:type="dcterms:W3CDTF">2012-12-03T06:56:55Z</dcterms:created>
  <dcterms:modified xsi:type="dcterms:W3CDTF">2026-02-26T12:48:47Z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3</vt:i4>
  </property>
  <property fmtid="{D5CDD505-2E9C-101B-9397-08002B2CF9AE}" pid="4" name="PresentationFormat">
    <vt:lpwstr>On-screen Show (4:3)</vt:lpwstr>
  </property>
  <property fmtid="{D5CDD505-2E9C-101B-9397-08002B2CF9AE}" pid="5" name="Slides">
    <vt:i4>3</vt:i4>
  </property>
</Properties>
</file>