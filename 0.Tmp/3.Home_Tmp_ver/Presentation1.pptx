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ko-K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75056" name="헤더 자리 표시자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/>
          </a:p>
        </p:txBody>
      </p:sp>
      <p:sp>
        <p:nvSpPr>
          <p:cNvPr id="1610079358" name="날짜 개체 틀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ko-KR"/>
              <a:t>10/30/2013</a:t>
            </a:fld>
            <a:endParaRPr lang="ko-KR"/>
          </a:p>
        </p:txBody>
      </p:sp>
      <p:sp>
        <p:nvSpPr>
          <p:cNvPr id="1310381176" name="슬라이드 이미지 자리 표시자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ko-KR"/>
          </a:p>
        </p:txBody>
      </p:sp>
      <p:sp>
        <p:nvSpPr>
          <p:cNvPr id="1235195756" name="노트 자리 표시자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  <a:endParaRPr lang="ko-KR"/>
          </a:p>
        </p:txBody>
      </p:sp>
      <p:sp>
        <p:nvSpPr>
          <p:cNvPr id="586313135" name="바닥글 개체 틀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/>
          </a:p>
        </p:txBody>
      </p:sp>
      <p:sp>
        <p:nvSpPr>
          <p:cNvPr id="1594968271" name="슬라이드 번호 개체 틀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ko-KR"/>
              <a:t>‹#›</a:t>
            </a:fld>
            <a:endParaRPr 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791751" name="슬라이드 이미지 자리 표시자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2856131" name="노트 자리 표시자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ko-KR">
              <a:latin typeface="Arial"/>
              <a:cs typeface="Arial"/>
            </a:endParaRPr>
          </a:p>
        </p:txBody>
      </p:sp>
      <p:sp>
        <p:nvSpPr>
          <p:cNvPr id="1039215455" name="슬라이드 번호 개체 틀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B8A727-CDBF-B0B5-F23A-935AF1A860FF}" type="slidenum">
              <a:rPr lang="ko-KR"/>
              <a:t/>
            </a:fld>
            <a:endParaRPr 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585962" name="슬라이드 이미지 자리 표시자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9656560" name="노트 자리 표시자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ko-KR">
              <a:latin typeface="Arial"/>
              <a:cs typeface="Arial"/>
            </a:endParaRPr>
          </a:p>
        </p:txBody>
      </p:sp>
      <p:sp>
        <p:nvSpPr>
          <p:cNvPr id="1875605398" name="슬라이드 번호 개체 틀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FAFA60-D25D-CA1B-669C-3EDD7626D6AF}" type="slidenum">
              <a:rPr lang="ko-KR"/>
              <a:t/>
            </a:fld>
            <a:endParaRPr 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013324" name="슬라이드 이미지 자리 표시자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0927108" name="노트 자리 표시자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ko-KR">
              <a:latin typeface="Arial"/>
              <a:cs typeface="Arial"/>
            </a:endParaRPr>
          </a:p>
        </p:txBody>
      </p:sp>
      <p:sp>
        <p:nvSpPr>
          <p:cNvPr id="1449522602" name="슬라이드 번호 개체 틀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ko-KR"/>
              <a:t>1</a:t>
            </a:fld>
            <a:endParaRPr 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제목 슬라이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549605" name="제목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ko-KR"/>
              <a:t>마스터 제목 스타일 편집</a:t>
            </a:r>
            <a:endParaRPr lang="ko-KR"/>
          </a:p>
        </p:txBody>
      </p:sp>
      <p:sp>
        <p:nvSpPr>
          <p:cNvPr id="923656507" name="부제목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ko-KR"/>
              <a:t>마스터 부제목 스타일 편집</a:t>
            </a:r>
            <a:endParaRPr lang="ko-KR"/>
          </a:p>
        </p:txBody>
      </p:sp>
      <p:sp>
        <p:nvSpPr>
          <p:cNvPr id="704296347" name="날짜 개체 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ko-KR"/>
              <a:t>30.10.2013</a:t>
            </a:fld>
            <a:endParaRPr lang="ko-KR"/>
          </a:p>
        </p:txBody>
      </p:sp>
      <p:sp>
        <p:nvSpPr>
          <p:cNvPr id="1345713018" name="바닥글 개체 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1055740513" name="슬라이드 번호 개체 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제목 및 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326102" name="제목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ko-KR"/>
              <a:t>마스터 제목 스타일 편집</a:t>
            </a:r>
            <a:endParaRPr lang="ko-KR"/>
          </a:p>
        </p:txBody>
      </p:sp>
      <p:sp>
        <p:nvSpPr>
          <p:cNvPr id="659426078" name="내용 개체 틀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  <a:endParaRPr lang="ko-KR"/>
          </a:p>
        </p:txBody>
      </p:sp>
      <p:sp>
        <p:nvSpPr>
          <p:cNvPr id="488818743" name="날짜 개체 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ko-KR"/>
              <a:t>30.10.2013</a:t>
            </a:fld>
            <a:endParaRPr lang="ko-KR"/>
          </a:p>
        </p:txBody>
      </p:sp>
      <p:sp>
        <p:nvSpPr>
          <p:cNvPr id="797191774" name="바닥글 개체 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1071162830" name="슬라이드 번호 개체 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구역 머리글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145888" name="제목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ko-KR"/>
              <a:t>마스터 제목 스타일 편집</a:t>
            </a:r>
            <a:endParaRPr lang="ko-KR"/>
          </a:p>
        </p:txBody>
      </p:sp>
      <p:sp>
        <p:nvSpPr>
          <p:cNvPr id="1517372732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</p:txBody>
      </p:sp>
      <p:sp>
        <p:nvSpPr>
          <p:cNvPr id="1210499831" name="날짜 개체 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ko-KR"/>
              <a:t>30.10.2013</a:t>
            </a:fld>
            <a:endParaRPr lang="ko-KR"/>
          </a:p>
        </p:txBody>
      </p:sp>
      <p:sp>
        <p:nvSpPr>
          <p:cNvPr id="1866537139" name="바닥글 개체 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1776108314" name="슬라이드 번호 개체 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콘텐츠 2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022800" name="제목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ko-KR"/>
              <a:t>마스터 제목 스타일 편집</a:t>
            </a:r>
            <a:endParaRPr lang="ko-KR"/>
          </a:p>
        </p:txBody>
      </p:sp>
      <p:sp>
        <p:nvSpPr>
          <p:cNvPr id="265466202" name="내용 개체 틀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  <a:endParaRPr lang="ko-KR"/>
          </a:p>
        </p:txBody>
      </p:sp>
      <p:sp>
        <p:nvSpPr>
          <p:cNvPr id="629802248" name="내용 개체 틀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  <a:endParaRPr lang="ko-KR"/>
          </a:p>
        </p:txBody>
      </p:sp>
      <p:sp>
        <p:nvSpPr>
          <p:cNvPr id="1448571925" name="날짜 개체 틀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ko-KR"/>
              <a:t>30.10.2013</a:t>
            </a:fld>
            <a:endParaRPr lang="ko-KR"/>
          </a:p>
        </p:txBody>
      </p:sp>
      <p:sp>
        <p:nvSpPr>
          <p:cNvPr id="479043084" name="바닥글 개체 틀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1747284070" name="슬라이드 번호 개체 틀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비교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856991" name="제목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ko-KR"/>
              <a:t>마스터 제목 스타일 편집</a:t>
            </a:r>
            <a:endParaRPr lang="ko-KR"/>
          </a:p>
        </p:txBody>
      </p:sp>
      <p:sp>
        <p:nvSpPr>
          <p:cNvPr id="145003692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</p:txBody>
      </p:sp>
      <p:sp>
        <p:nvSpPr>
          <p:cNvPr id="914819125" name="내용 개체 틀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  <a:endParaRPr lang="ko-KR"/>
          </a:p>
        </p:txBody>
      </p:sp>
      <p:sp>
        <p:nvSpPr>
          <p:cNvPr id="439350963" name="텍스트 개체 틀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</p:txBody>
      </p:sp>
      <p:sp>
        <p:nvSpPr>
          <p:cNvPr id="88572706" name="내용 개체 틀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  <a:endParaRPr lang="ko-KR"/>
          </a:p>
        </p:txBody>
      </p:sp>
      <p:sp>
        <p:nvSpPr>
          <p:cNvPr id="1201822990" name="날짜 개체 틀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ko-KR"/>
              <a:t>30.10.2013</a:t>
            </a:fld>
            <a:endParaRPr lang="ko-KR"/>
          </a:p>
        </p:txBody>
      </p:sp>
      <p:sp>
        <p:nvSpPr>
          <p:cNvPr id="1259486105" name="바닥글 개체 틀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129364588" name="슬라이드 번호 개체 틀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제목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862241" name="제목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ko-KR"/>
              <a:t>마스터 제목 스타일 편집</a:t>
            </a:r>
            <a:endParaRPr lang="ko-KR"/>
          </a:p>
        </p:txBody>
      </p:sp>
      <p:sp>
        <p:nvSpPr>
          <p:cNvPr id="1711690963" name="날짜 개체 틀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ko-KR"/>
              <a:t>30.10.2013</a:t>
            </a:fld>
            <a:endParaRPr lang="ko-KR"/>
          </a:p>
        </p:txBody>
      </p:sp>
      <p:sp>
        <p:nvSpPr>
          <p:cNvPr id="302280053" name="바닥글 개체 틀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348998603" name="슬라이드 번호 개체 틀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빈 화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850602" name="날짜 개체 틀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ko-KR"/>
              <a:t>30.10.2013</a:t>
            </a:fld>
            <a:endParaRPr lang="ko-KR"/>
          </a:p>
        </p:txBody>
      </p:sp>
      <p:sp>
        <p:nvSpPr>
          <p:cNvPr id="2103636963" name="바닥글 개체 틀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750649368" name="슬라이드 번호 개체 틀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캡션 있는 콘텐츠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092753" name="제목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ko-KR"/>
              <a:t>마스터 제목 스타일 편집</a:t>
            </a:r>
            <a:endParaRPr lang="ko-KR"/>
          </a:p>
        </p:txBody>
      </p:sp>
      <p:sp>
        <p:nvSpPr>
          <p:cNvPr id="1885364915" name="내용 개체 틀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  <a:endParaRPr lang="ko-KR"/>
          </a:p>
        </p:txBody>
      </p:sp>
      <p:sp>
        <p:nvSpPr>
          <p:cNvPr id="1504455730" name="텍스트 개체 틀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</p:txBody>
      </p:sp>
      <p:sp>
        <p:nvSpPr>
          <p:cNvPr id="442744665" name="날짜 개체 틀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ko-KR"/>
              <a:t>30.10.2013</a:t>
            </a:fld>
            <a:endParaRPr lang="ko-KR"/>
          </a:p>
        </p:txBody>
      </p:sp>
      <p:sp>
        <p:nvSpPr>
          <p:cNvPr id="1294212190" name="바닥글 개체 틀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1664223542" name="슬라이드 번호 개체 틀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캡션 있는 그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763497" name="제목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ko-KR"/>
              <a:t>마스터 제목 스타일 편집</a:t>
            </a:r>
            <a:endParaRPr lang="ko-KR"/>
          </a:p>
        </p:txBody>
      </p:sp>
      <p:sp>
        <p:nvSpPr>
          <p:cNvPr id="1539784669" name="그림 개체 틀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ko-KR"/>
              <a:t>아이콘을 클릭하여 사진을 추가하세요</a:t>
            </a:r>
            <a:endParaRPr lang="ko-KR"/>
          </a:p>
        </p:txBody>
      </p:sp>
      <p:sp>
        <p:nvSpPr>
          <p:cNvPr id="1037670669" name="텍스트 개체 틀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</p:txBody>
      </p:sp>
      <p:sp>
        <p:nvSpPr>
          <p:cNvPr id="781548403" name="날짜 개체 틀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ko-KR"/>
              <a:t>30.10.2013</a:t>
            </a:fld>
            <a:endParaRPr lang="ko-KR"/>
          </a:p>
        </p:txBody>
      </p:sp>
      <p:sp>
        <p:nvSpPr>
          <p:cNvPr id="1630198356" name="바닥글 개체 틀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366735447" name="슬라이드 번호 개체 틀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제목 및 세로 텍스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151551" name="제목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ko-KR"/>
              <a:t>마스터 제목 스타일 편집</a:t>
            </a:r>
            <a:endParaRPr lang="ko-KR"/>
          </a:p>
        </p:txBody>
      </p:sp>
      <p:sp>
        <p:nvSpPr>
          <p:cNvPr id="1505666530" name="세로 텍스트 개체 틀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  <a:endParaRPr lang="ko-KR"/>
          </a:p>
        </p:txBody>
      </p:sp>
      <p:sp>
        <p:nvSpPr>
          <p:cNvPr id="523701992" name="날짜 개체 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ko-KR"/>
              <a:t>30.10.2013</a:t>
            </a:fld>
            <a:endParaRPr lang="ko-KR"/>
          </a:p>
        </p:txBody>
      </p:sp>
      <p:sp>
        <p:nvSpPr>
          <p:cNvPr id="2016212239" name="바닥글 개체 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1495858590" name="슬라이드 번호 개체 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세로 제목 및 텍스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46970" name="세로 제목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ko-KR"/>
              <a:t>마스터 제목 스타일 편집</a:t>
            </a:r>
            <a:endParaRPr lang="ko-KR"/>
          </a:p>
        </p:txBody>
      </p:sp>
      <p:sp>
        <p:nvSpPr>
          <p:cNvPr id="739328043" name="세로 텍스트 개체 틀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  <a:endParaRPr lang="ko-KR"/>
          </a:p>
        </p:txBody>
      </p:sp>
      <p:sp>
        <p:nvSpPr>
          <p:cNvPr id="659698759" name="날짜 개체 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ko-KR"/>
              <a:t>30.10.2013</a:t>
            </a:fld>
            <a:endParaRPr lang="ko-KR"/>
          </a:p>
        </p:txBody>
      </p:sp>
      <p:sp>
        <p:nvSpPr>
          <p:cNvPr id="1685939870" name="바닥글 개체 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2103630481" name="슬라이드 번호 개체 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428386" name="제목 개체 틀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ko-KR"/>
              <a:t>마스터 제목 스타일 편집</a:t>
            </a:r>
            <a:endParaRPr lang="ko-KR"/>
          </a:p>
        </p:txBody>
      </p:sp>
      <p:sp>
        <p:nvSpPr>
          <p:cNvPr id="174281309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  <a:endParaRPr lang="ko-KR"/>
          </a:p>
        </p:txBody>
      </p:sp>
      <p:sp>
        <p:nvSpPr>
          <p:cNvPr id="685330504" name="날짜 개체 틀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ko-KR"/>
              <a:t>30.10.2013</a:t>
            </a:fld>
            <a:endParaRPr lang="ko-KR"/>
          </a:p>
        </p:txBody>
      </p:sp>
      <p:sp>
        <p:nvSpPr>
          <p:cNvPr id="138201355" name="바닥글 개체 틀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/>
          </a:p>
        </p:txBody>
      </p:sp>
      <p:sp>
        <p:nvSpPr>
          <p:cNvPr id="1770735934" name="슬라이드 번호 개체 틀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ko-KR"/>
              <a:t>‹#›</a:t>
            </a:fld>
            <a:endParaRPr 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997352" name=""/>
          <p:cNvSpPr/>
          <p:nvPr/>
        </p:nvSpPr>
        <p:spPr bwMode="auto">
          <a:xfrm rot="0" flipH="0" flipV="0">
            <a:off x="258804" y="154779"/>
            <a:ext cx="11674391" cy="6385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29151" name=""/>
          <p:cNvSpPr/>
          <p:nvPr/>
        </p:nvSpPr>
        <p:spPr bwMode="auto">
          <a:xfrm rot="0" flipH="0" flipV="0">
            <a:off x="4932334" y="401052"/>
            <a:ext cx="2212054" cy="117182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server</a:t>
            </a:r>
            <a:endParaRPr/>
          </a:p>
        </p:txBody>
      </p:sp>
      <p:sp>
        <p:nvSpPr>
          <p:cNvPr id="774800725" name=""/>
          <p:cNvSpPr/>
          <p:nvPr/>
        </p:nvSpPr>
        <p:spPr bwMode="auto">
          <a:xfrm rot="0" flipH="0" flipV="0">
            <a:off x="1079708" y="3371504"/>
            <a:ext cx="2819899" cy="13848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client</a:t>
            </a:r>
            <a:endParaRPr/>
          </a:p>
          <a:p>
            <a:pPr algn="ctr">
              <a:defRPr/>
            </a:pPr>
            <a:r>
              <a:rPr lang="en-US"/>
              <a:t>device pc</a:t>
            </a:r>
            <a:r>
              <a:rPr lang="en-US"/>
              <a:t>1</a:t>
            </a:r>
            <a:endParaRPr/>
          </a:p>
        </p:txBody>
      </p:sp>
      <p:sp>
        <p:nvSpPr>
          <p:cNvPr id="1531967389" name=""/>
          <p:cNvSpPr/>
          <p:nvPr/>
        </p:nvSpPr>
        <p:spPr bwMode="auto">
          <a:xfrm rot="0" flipH="0" flipV="0">
            <a:off x="4628412" y="3371504"/>
            <a:ext cx="2819899" cy="13848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client</a:t>
            </a:r>
            <a:br>
              <a:rPr/>
            </a:b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device pc</a:t>
            </a:r>
            <a:r>
              <a:rPr lang="en-US"/>
              <a:t>2</a:t>
            </a:r>
            <a:endParaRPr/>
          </a:p>
        </p:txBody>
      </p:sp>
      <p:sp>
        <p:nvSpPr>
          <p:cNvPr id="1976100262" name=""/>
          <p:cNvSpPr/>
          <p:nvPr/>
        </p:nvSpPr>
        <p:spPr bwMode="auto">
          <a:xfrm rot="0" flipH="0" flipV="0">
            <a:off x="8234753" y="3371504"/>
            <a:ext cx="2819899" cy="13848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client</a:t>
            </a:r>
            <a:br>
              <a:rPr/>
            </a:b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device pc3</a:t>
            </a:r>
            <a:endParaRPr/>
          </a:p>
        </p:txBody>
      </p:sp>
      <p:sp>
        <p:nvSpPr>
          <p:cNvPr id="1107117156" name=""/>
          <p:cNvSpPr/>
          <p:nvPr/>
        </p:nvSpPr>
        <p:spPr bwMode="auto">
          <a:xfrm rot="0" flipH="0" flipV="0">
            <a:off x="1029576" y="694007"/>
            <a:ext cx="1728301" cy="585911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DB</a:t>
            </a:r>
            <a:endParaRPr/>
          </a:p>
        </p:txBody>
      </p:sp>
      <p:cxnSp>
        <p:nvCxnSpPr>
          <p:cNvPr id="1275334691" name=""/>
          <p:cNvCxnSpPr>
            <a:stCxn id="2529151" idx="2"/>
            <a:endCxn id="774800725" idx="0"/>
          </p:cNvCxnSpPr>
          <p:nvPr/>
        </p:nvCxnSpPr>
        <p:spPr bwMode="auto">
          <a:xfrm rot="5399977" flipH="0" flipV="0">
            <a:off x="3364697" y="697839"/>
            <a:ext cx="1798626" cy="3548702"/>
          </a:xfrm>
          <a:prstGeom prst="bentConnector3">
            <a:avLst>
              <a:gd name="adj1" fmla="val 50000"/>
            </a:avLst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133943" name=""/>
          <p:cNvCxnSpPr>
            <a:stCxn id="2529151" idx="2"/>
            <a:endCxn id="1531967389" idx="0"/>
          </p:cNvCxnSpPr>
          <p:nvPr/>
        </p:nvCxnSpPr>
        <p:spPr bwMode="auto">
          <a:xfrm rot="5399977" flipH="0" flipV="0">
            <a:off x="5139048" y="2472190"/>
            <a:ext cx="1798626" cy="0"/>
          </a:xfrm>
          <a:prstGeom prst="bentConnector3">
            <a:avLst>
              <a:gd name="adj1" fmla="val 50000"/>
            </a:avLst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5883051" name=""/>
          <p:cNvCxnSpPr>
            <a:stCxn id="2529151" idx="2"/>
            <a:endCxn id="1976100262" idx="0"/>
          </p:cNvCxnSpPr>
          <p:nvPr/>
        </p:nvCxnSpPr>
        <p:spPr bwMode="auto">
          <a:xfrm rot="5399977" flipH="0" flipV="1">
            <a:off x="6942219" y="669020"/>
            <a:ext cx="1798626" cy="3606341"/>
          </a:xfrm>
          <a:prstGeom prst="bentConnector3">
            <a:avLst>
              <a:gd name="adj1" fmla="val 90236"/>
            </a:avLst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3525184" name=""/>
          <p:cNvSpPr/>
          <p:nvPr/>
        </p:nvSpPr>
        <p:spPr bwMode="auto">
          <a:xfrm rot="0" flipH="0" flipV="0">
            <a:off x="9344842" y="283556"/>
            <a:ext cx="2212054" cy="117182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client</a:t>
            </a:r>
            <a:br>
              <a:rPr lang="en-US"/>
            </a:br>
            <a:r>
              <a:rPr lang="en-US"/>
              <a:t>관리 pc</a:t>
            </a:r>
            <a:endParaRPr/>
          </a:p>
        </p:txBody>
      </p:sp>
      <p:sp>
        <p:nvSpPr>
          <p:cNvPr id="2066862081" name=""/>
          <p:cNvSpPr/>
          <p:nvPr/>
        </p:nvSpPr>
        <p:spPr bwMode="auto">
          <a:xfrm rot="0" flipH="0" flipV="0">
            <a:off x="4628412" y="5065449"/>
            <a:ext cx="2819899" cy="13848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Arduino Uno (R3)</a:t>
            </a:r>
            <a:br>
              <a:rPr lang="en-US"/>
            </a:b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board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No.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2</a:t>
            </a:r>
            <a:endParaRPr/>
          </a:p>
        </p:txBody>
      </p:sp>
      <p:cxnSp>
        <p:nvCxnSpPr>
          <p:cNvPr id="72744953" name=""/>
          <p:cNvCxnSpPr>
            <a:stCxn id="1531967389" idx="2"/>
            <a:endCxn id="2066862081" idx="0"/>
          </p:cNvCxnSpPr>
          <p:nvPr/>
        </p:nvCxnSpPr>
        <p:spPr bwMode="auto">
          <a:xfrm rot="5399977" flipH="0" flipV="0">
            <a:off x="5883831" y="4910918"/>
            <a:ext cx="309061" cy="0"/>
          </a:xfrm>
          <a:prstGeom prst="bentConnector3">
            <a:avLst>
              <a:gd name="adj1" fmla="val 50000"/>
            </a:avLst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684433" name=""/>
          <p:cNvSpPr/>
          <p:nvPr/>
        </p:nvSpPr>
        <p:spPr bwMode="auto">
          <a:xfrm rot="0" flipH="0" flipV="0">
            <a:off x="1079708" y="5065449"/>
            <a:ext cx="2819899" cy="13848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Arduino Uno (R3)</a:t>
            </a:r>
            <a:br>
              <a:rPr/>
            </a:br>
            <a:r>
              <a:rPr lang="en-US"/>
              <a:t>board No.1</a:t>
            </a:r>
            <a:endParaRPr/>
          </a:p>
        </p:txBody>
      </p:sp>
      <p:cxnSp>
        <p:nvCxnSpPr>
          <p:cNvPr id="1299445884" name=""/>
          <p:cNvCxnSpPr>
            <a:stCxn id="774800725" idx="2"/>
            <a:endCxn id="73684433" idx="0"/>
          </p:cNvCxnSpPr>
          <p:nvPr/>
        </p:nvCxnSpPr>
        <p:spPr bwMode="auto">
          <a:xfrm rot="5399977" flipH="0" flipV="0">
            <a:off x="2335128" y="4910918"/>
            <a:ext cx="309061" cy="0"/>
          </a:xfrm>
          <a:prstGeom prst="bentConnector3">
            <a:avLst>
              <a:gd name="adj1" fmla="val 50000"/>
            </a:avLst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5409544" name=""/>
          <p:cNvSpPr/>
          <p:nvPr/>
        </p:nvSpPr>
        <p:spPr bwMode="auto">
          <a:xfrm rot="0" flipH="0" flipV="0">
            <a:off x="8234753" y="5065449"/>
            <a:ext cx="2819899" cy="13848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Arduino Uno (R3)</a:t>
            </a:r>
            <a:b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</a:b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board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No.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3</a:t>
            </a:r>
            <a:endParaRPr/>
          </a:p>
        </p:txBody>
      </p:sp>
      <p:cxnSp>
        <p:nvCxnSpPr>
          <p:cNvPr id="2021688199" name=""/>
          <p:cNvCxnSpPr>
            <a:stCxn id="1976100262" idx="2"/>
            <a:endCxn id="995409544" idx="0"/>
          </p:cNvCxnSpPr>
          <p:nvPr/>
        </p:nvCxnSpPr>
        <p:spPr bwMode="auto">
          <a:xfrm rot="5399977" flipH="0" flipV="1">
            <a:off x="9490173" y="4910918"/>
            <a:ext cx="309061" cy="0"/>
          </a:xfrm>
          <a:prstGeom prst="bentConnector3">
            <a:avLst>
              <a:gd name="adj1" fmla="val 50000"/>
            </a:avLst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3724475" name=""/>
          <p:cNvSpPr/>
          <p:nvPr/>
        </p:nvSpPr>
        <p:spPr bwMode="auto">
          <a:xfrm rot="0" flipH="0" flipV="0">
            <a:off x="9344842" y="1670009"/>
            <a:ext cx="2212054" cy="117182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client</a:t>
            </a:r>
            <a:br>
              <a:rPr/>
            </a:br>
            <a:r>
              <a:rPr lang="en-US"/>
              <a:t>운영 pc</a:t>
            </a:r>
            <a:endParaRPr/>
          </a:p>
        </p:txBody>
      </p:sp>
      <p:sp>
        <p:nvSpPr>
          <p:cNvPr id="1435923832" name=""/>
          <p:cNvSpPr/>
          <p:nvPr/>
        </p:nvSpPr>
        <p:spPr bwMode="auto">
          <a:xfrm rot="0" flipH="0" flipV="0">
            <a:off x="896743" y="1572865"/>
            <a:ext cx="1742072" cy="6736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client</a:t>
            </a:r>
            <a:endParaRPr/>
          </a:p>
          <a:p>
            <a:pPr algn="ctr">
              <a:defRPr/>
            </a:pPr>
            <a:r>
              <a:rPr lang="en-US"/>
              <a:t>esp32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board</a:t>
            </a:r>
            <a:endParaRPr/>
          </a:p>
        </p:txBody>
      </p:sp>
      <p:cxnSp>
        <p:nvCxnSpPr>
          <p:cNvPr id="1753996629" name=""/>
          <p:cNvCxnSpPr>
            <a:stCxn id="1107117156" idx="4"/>
            <a:endCxn id="2529151" idx="1"/>
          </p:cNvCxnSpPr>
          <p:nvPr/>
        </p:nvCxnSpPr>
        <p:spPr bwMode="auto">
          <a:xfrm rot="0" flipH="0" flipV="0">
            <a:off x="2757878" y="986963"/>
            <a:ext cx="2174455" cy="0"/>
          </a:xfrm>
          <a:prstGeom prst="line">
            <a:avLst/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83007" name=""/>
          <p:cNvCxnSpPr>
            <a:stCxn id="1435923832" idx="2"/>
            <a:endCxn id="774800725" idx="0"/>
          </p:cNvCxnSpPr>
          <p:nvPr/>
        </p:nvCxnSpPr>
        <p:spPr bwMode="auto">
          <a:xfrm rot="5399978" flipH="0" flipV="1">
            <a:off x="1566221" y="2448066"/>
            <a:ext cx="1124994" cy="721878"/>
          </a:xfrm>
          <a:prstGeom prst="bentConnector3">
            <a:avLst>
              <a:gd name="adj1" fmla="val 50000"/>
            </a:avLst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0904630" name=""/>
          <p:cNvCxnSpPr>
            <a:stCxn id="2529151" idx="3"/>
            <a:endCxn id="1453525184" idx="1"/>
          </p:cNvCxnSpPr>
          <p:nvPr/>
        </p:nvCxnSpPr>
        <p:spPr bwMode="auto">
          <a:xfrm rot="0" flipH="0" flipV="1">
            <a:off x="7144387" y="869468"/>
            <a:ext cx="2200454" cy="117495"/>
          </a:xfrm>
          <a:prstGeom prst="bentConnector3">
            <a:avLst>
              <a:gd name="adj1" fmla="val 50000"/>
            </a:avLst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698778" name=""/>
          <p:cNvCxnSpPr>
            <a:stCxn id="2529151" idx="3"/>
            <a:endCxn id="1693724475" idx="1"/>
          </p:cNvCxnSpPr>
          <p:nvPr/>
        </p:nvCxnSpPr>
        <p:spPr bwMode="auto">
          <a:xfrm rot="0" flipH="0" flipV="0">
            <a:off x="7144387" y="986963"/>
            <a:ext cx="2200454" cy="1268957"/>
          </a:xfrm>
          <a:prstGeom prst="bentConnector3">
            <a:avLst>
              <a:gd name="adj1" fmla="val 50000"/>
            </a:avLst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378782" name=""/>
          <p:cNvSpPr/>
          <p:nvPr/>
        </p:nvSpPr>
        <p:spPr bwMode="auto">
          <a:xfrm rot="0" flipH="0" flipV="0">
            <a:off x="258804" y="154779"/>
            <a:ext cx="11674391" cy="6385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42040866" name=""/>
          <p:cNvSpPr/>
          <p:nvPr/>
        </p:nvSpPr>
        <p:spPr bwMode="auto">
          <a:xfrm rot="0" flipH="0" flipV="0">
            <a:off x="4932334" y="401051"/>
            <a:ext cx="2212053" cy="11718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server</a:t>
            </a:r>
            <a:endParaRPr/>
          </a:p>
        </p:txBody>
      </p:sp>
      <p:sp>
        <p:nvSpPr>
          <p:cNvPr id="914461278" name=""/>
          <p:cNvSpPr/>
          <p:nvPr/>
        </p:nvSpPr>
        <p:spPr bwMode="auto">
          <a:xfrm rot="0" flipH="0" flipV="0">
            <a:off x="4628412" y="3371503"/>
            <a:ext cx="2819898" cy="13848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client</a:t>
            </a:r>
            <a:br>
              <a:rPr/>
            </a:b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device pc</a:t>
            </a:r>
            <a:endParaRPr/>
          </a:p>
        </p:txBody>
      </p:sp>
      <p:sp>
        <p:nvSpPr>
          <p:cNvPr id="771363473" name=""/>
          <p:cNvSpPr/>
          <p:nvPr/>
        </p:nvSpPr>
        <p:spPr bwMode="auto">
          <a:xfrm rot="0" flipH="0" flipV="0">
            <a:off x="1029575" y="694007"/>
            <a:ext cx="1728300" cy="585911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DB</a:t>
            </a:r>
            <a:endParaRPr/>
          </a:p>
        </p:txBody>
      </p:sp>
      <p:cxnSp>
        <p:nvCxnSpPr>
          <p:cNvPr id="1169441917" name=""/>
          <p:cNvCxnSpPr>
            <a:stCxn id="442040866" idx="2"/>
            <a:endCxn id="914461278" idx="0"/>
          </p:cNvCxnSpPr>
          <p:nvPr/>
        </p:nvCxnSpPr>
        <p:spPr bwMode="auto">
          <a:xfrm rot="5399943" flipH="0" flipV="0">
            <a:off x="5139047" y="2472189"/>
            <a:ext cx="1798625" cy="0"/>
          </a:xfrm>
          <a:prstGeom prst="bentConnector3">
            <a:avLst>
              <a:gd name="adj1" fmla="val 50000"/>
            </a:avLst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0858551" name=""/>
          <p:cNvCxnSpPr>
            <a:stCxn id="914461278" idx="2"/>
          </p:cNvCxnSpPr>
          <p:nvPr/>
        </p:nvCxnSpPr>
        <p:spPr bwMode="auto">
          <a:xfrm rot="5399943" flipH="0" flipV="0">
            <a:off x="5883831" y="4910917"/>
            <a:ext cx="309060" cy="0"/>
          </a:xfrm>
          <a:prstGeom prst="bentConnector3">
            <a:avLst>
              <a:gd name="adj1" fmla="val 50000"/>
            </a:avLst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6062622" name=""/>
          <p:cNvSpPr/>
          <p:nvPr/>
        </p:nvSpPr>
        <p:spPr bwMode="auto">
          <a:xfrm rot="0" flipH="0" flipV="0">
            <a:off x="8234753" y="5065448"/>
            <a:ext cx="2819898" cy="13848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Arduino Uno (R3)</a:t>
            </a:r>
            <a:b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</a:b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board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No.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3</a:t>
            </a:r>
            <a:endParaRPr/>
          </a:p>
        </p:txBody>
      </p:sp>
      <p:sp>
        <p:nvSpPr>
          <p:cNvPr id="511088327" name=""/>
          <p:cNvSpPr/>
          <p:nvPr/>
        </p:nvSpPr>
        <p:spPr bwMode="auto">
          <a:xfrm rot="0" flipH="0" flipV="0">
            <a:off x="9344841" y="401051"/>
            <a:ext cx="2212053" cy="11718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client</a:t>
            </a:r>
            <a:br>
              <a:rPr/>
            </a:br>
            <a:r>
              <a:rPr lang="en-US"/>
              <a:t>관리 / </a:t>
            </a:r>
            <a:r>
              <a:rPr lang="en-US"/>
              <a:t>운영 pc</a:t>
            </a:r>
            <a:endParaRPr/>
          </a:p>
        </p:txBody>
      </p:sp>
      <p:sp>
        <p:nvSpPr>
          <p:cNvPr id="1852581082" name=""/>
          <p:cNvSpPr/>
          <p:nvPr/>
        </p:nvSpPr>
        <p:spPr bwMode="auto">
          <a:xfrm rot="0" flipH="0" flipV="0">
            <a:off x="1015804" y="3092178"/>
            <a:ext cx="1742071" cy="67364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esp32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cs typeface="Arial"/>
              </a:rPr>
              <a:t>camera</a:t>
            </a:r>
            <a:endParaRPr lang="en-US" sz="1800" b="0" i="0" u="none" strike="noStrike" cap="none" spc="0">
              <a:solidFill>
                <a:schemeClr val="lt1"/>
              </a:solidFill>
              <a:latin typeface="Arial"/>
              <a:cs typeface="Arial"/>
            </a:endParaRPr>
          </a:p>
        </p:txBody>
      </p:sp>
      <p:cxnSp>
        <p:nvCxnSpPr>
          <p:cNvPr id="655436267" name=""/>
          <p:cNvCxnSpPr>
            <a:stCxn id="771363473" idx="4"/>
            <a:endCxn id="442040866" idx="1"/>
          </p:cNvCxnSpPr>
          <p:nvPr/>
        </p:nvCxnSpPr>
        <p:spPr bwMode="auto">
          <a:xfrm rot="0" flipH="0" flipV="0">
            <a:off x="2757877" y="986963"/>
            <a:ext cx="2174454" cy="0"/>
          </a:xfrm>
          <a:prstGeom prst="line">
            <a:avLst/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0235861" name=""/>
          <p:cNvCxnSpPr>
            <a:stCxn id="1852581082" idx="2"/>
            <a:endCxn id="914461278" idx="1"/>
          </p:cNvCxnSpPr>
          <p:nvPr/>
        </p:nvCxnSpPr>
        <p:spPr bwMode="auto">
          <a:xfrm rot="5399978" flipH="0" flipV="1">
            <a:off x="3108564" y="2544098"/>
            <a:ext cx="298124" cy="2741571"/>
          </a:xfrm>
          <a:prstGeom prst="bentConnector2">
            <a:avLst/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60809" name=""/>
          <p:cNvCxnSpPr>
            <a:stCxn id="442040866" idx="3"/>
            <a:endCxn id="511088327" idx="1"/>
          </p:cNvCxnSpPr>
          <p:nvPr/>
        </p:nvCxnSpPr>
        <p:spPr bwMode="auto">
          <a:xfrm rot="0" flipH="0" flipV="0">
            <a:off x="7144387" y="986963"/>
            <a:ext cx="2200453" cy="0"/>
          </a:xfrm>
          <a:prstGeom prst="bentConnector3">
            <a:avLst>
              <a:gd name="adj1" fmla="val 50000"/>
            </a:avLst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1615752" name=""/>
          <p:cNvCxnSpPr>
            <a:stCxn id="914461278" idx="1"/>
          </p:cNvCxnSpPr>
          <p:nvPr/>
        </p:nvCxnSpPr>
        <p:spPr bwMode="auto">
          <a:xfrm rot="10799990" flipH="0" flipV="1">
            <a:off x="2489657" y="4063945"/>
            <a:ext cx="2138754" cy="1001502"/>
          </a:xfrm>
          <a:prstGeom prst="bentConnector2">
            <a:avLst/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7359772" name=""/>
          <p:cNvCxnSpPr>
            <a:stCxn id="914461278" idx="3"/>
            <a:endCxn id="1186062622" idx="0"/>
          </p:cNvCxnSpPr>
          <p:nvPr/>
        </p:nvCxnSpPr>
        <p:spPr bwMode="auto">
          <a:xfrm rot="0" flipH="0" flipV="0">
            <a:off x="7448311" y="4063945"/>
            <a:ext cx="2196391" cy="1001502"/>
          </a:xfrm>
          <a:prstGeom prst="bentConnector2">
            <a:avLst/>
          </a:prstGeom>
          <a:ln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812279" name=""/>
          <p:cNvSpPr/>
          <p:nvPr/>
        </p:nvSpPr>
        <p:spPr bwMode="auto">
          <a:xfrm rot="0" flipH="0" flipV="0">
            <a:off x="188634" y="398921"/>
            <a:ext cx="11874917" cy="6272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2080084" name=""/>
          <p:cNvSpPr/>
          <p:nvPr/>
        </p:nvSpPr>
        <p:spPr bwMode="auto">
          <a:xfrm rot="0" flipH="0" flipV="0">
            <a:off x="5819154" y="3535278"/>
            <a:ext cx="5749464" cy="288469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1411657" name=""/>
          <p:cNvSpPr/>
          <p:nvPr/>
        </p:nvSpPr>
        <p:spPr bwMode="auto">
          <a:xfrm rot="0" flipH="0" flipV="0">
            <a:off x="188633" y="385386"/>
            <a:ext cx="5439276" cy="28914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6757160" name=""/>
          <p:cNvSpPr/>
          <p:nvPr/>
        </p:nvSpPr>
        <p:spPr bwMode="auto">
          <a:xfrm rot="0" flipH="0" flipV="0">
            <a:off x="2108171" y="551447"/>
            <a:ext cx="1485147" cy="60784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Board No.1</a:t>
            </a:r>
            <a:endParaRPr/>
          </a:p>
        </p:txBody>
      </p:sp>
      <p:sp>
        <p:nvSpPr>
          <p:cNvPr id="2050545998" name=""/>
          <p:cNvSpPr/>
          <p:nvPr/>
        </p:nvSpPr>
        <p:spPr bwMode="auto">
          <a:xfrm rot="0" flipH="0" flipV="0">
            <a:off x="2108171" y="2483517"/>
            <a:ext cx="1485147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(차단기)</a:t>
            </a:r>
            <a:br>
              <a:rPr lang="en-US"/>
            </a:br>
            <a:r>
              <a:rPr lang="en-US"/>
              <a:t>서보모터</a:t>
            </a:r>
            <a:endParaRPr/>
          </a:p>
        </p:txBody>
      </p:sp>
      <p:cxnSp>
        <p:nvCxnSpPr>
          <p:cNvPr id="1375559498" name=""/>
          <p:cNvCxnSpPr/>
          <p:nvPr/>
        </p:nvCxnSpPr>
        <p:spPr bwMode="auto">
          <a:xfrm rot="5399977" flipH="0" flipV="0">
            <a:off x="2188633" y="1821404"/>
            <a:ext cx="132422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6897908" name=""/>
          <p:cNvSpPr/>
          <p:nvPr/>
        </p:nvSpPr>
        <p:spPr bwMode="auto">
          <a:xfrm rot="0" flipH="0" flipV="0">
            <a:off x="3802681" y="551447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RFID</a:t>
            </a:r>
            <a:endParaRPr/>
          </a:p>
        </p:txBody>
      </p:sp>
      <p:cxnSp>
        <p:nvCxnSpPr>
          <p:cNvPr id="256202147" name=""/>
          <p:cNvCxnSpPr>
            <a:stCxn id="1706757160" idx="3"/>
            <a:endCxn id="1576897908" idx="1"/>
          </p:cNvCxnSpPr>
          <p:nvPr/>
        </p:nvCxnSpPr>
        <p:spPr bwMode="auto">
          <a:xfrm rot="0" flipH="0" flipV="1">
            <a:off x="3593320" y="855369"/>
            <a:ext cx="209361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8946035" name=""/>
          <p:cNvSpPr/>
          <p:nvPr/>
        </p:nvSpPr>
        <p:spPr bwMode="auto">
          <a:xfrm rot="0" flipH="0" flipV="0">
            <a:off x="3795851" y="2483517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APDS-9930</a:t>
            </a:r>
            <a:endParaRPr/>
          </a:p>
        </p:txBody>
      </p:sp>
      <p:sp>
        <p:nvSpPr>
          <p:cNvPr id="492668512" name=""/>
          <p:cNvSpPr/>
          <p:nvPr/>
        </p:nvSpPr>
        <p:spPr bwMode="auto">
          <a:xfrm rot="0" flipH="0" flipV="0">
            <a:off x="476891" y="2483517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/>
          </a:p>
        </p:txBody>
      </p:sp>
      <p:cxnSp>
        <p:nvCxnSpPr>
          <p:cNvPr id="1829491581" name=""/>
          <p:cNvCxnSpPr>
            <a:stCxn id="1706757160" idx="2"/>
            <a:endCxn id="492668512" idx="0"/>
          </p:cNvCxnSpPr>
          <p:nvPr/>
        </p:nvCxnSpPr>
        <p:spPr bwMode="auto">
          <a:xfrm rot="5399977" flipH="0" flipV="0">
            <a:off x="1372992" y="1005764"/>
            <a:ext cx="1324225" cy="1631280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8593527" name=""/>
          <p:cNvCxnSpPr>
            <a:stCxn id="1706757160" idx="2"/>
            <a:endCxn id="1528946035" idx="0"/>
          </p:cNvCxnSpPr>
          <p:nvPr/>
        </p:nvCxnSpPr>
        <p:spPr bwMode="auto">
          <a:xfrm rot="5399977" flipH="0" flipV="1">
            <a:off x="3032472" y="977565"/>
            <a:ext cx="1324225" cy="1687678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816779" name=""/>
          <p:cNvSpPr/>
          <p:nvPr/>
        </p:nvSpPr>
        <p:spPr bwMode="auto">
          <a:xfrm rot="0" flipH="0" flipV="0">
            <a:off x="320230" y="551447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1602 LCD</a:t>
            </a:r>
            <a:endParaRPr/>
          </a:p>
        </p:txBody>
      </p:sp>
      <p:cxnSp>
        <p:nvCxnSpPr>
          <p:cNvPr id="595575801" name=""/>
          <p:cNvCxnSpPr>
            <a:stCxn id="1706757160" idx="1"/>
            <a:endCxn id="267816779" idx="3"/>
          </p:cNvCxnSpPr>
          <p:nvPr/>
        </p:nvCxnSpPr>
        <p:spPr bwMode="auto">
          <a:xfrm rot="10799989" flipH="0" flipV="0">
            <a:off x="1805376" y="855369"/>
            <a:ext cx="302794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3229718" name=""/>
          <p:cNvSpPr/>
          <p:nvPr/>
        </p:nvSpPr>
        <p:spPr bwMode="auto">
          <a:xfrm rot="0" flipH="0" flipV="0">
            <a:off x="9957773" y="551447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HAM4311</a:t>
            </a:r>
            <a:endParaRPr/>
          </a:p>
        </p:txBody>
      </p:sp>
      <p:cxnSp>
        <p:nvCxnSpPr>
          <p:cNvPr id="2089978954" name=""/>
          <p:cNvCxnSpPr>
            <a:stCxn id="1378082715" idx="1"/>
            <a:endCxn id="871138478" idx="3"/>
          </p:cNvCxnSpPr>
          <p:nvPr/>
        </p:nvCxnSpPr>
        <p:spPr bwMode="auto">
          <a:xfrm rot="10799989" flipH="0" flipV="0">
            <a:off x="7442923" y="855369"/>
            <a:ext cx="2514849" cy="810376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877514" name=""/>
          <p:cNvSpPr/>
          <p:nvPr/>
        </p:nvSpPr>
        <p:spPr bwMode="auto">
          <a:xfrm rot="0" flipH="0" flipV="0">
            <a:off x="5957775" y="4589044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Board No.3</a:t>
            </a:r>
            <a:endParaRPr/>
          </a:p>
        </p:txBody>
      </p:sp>
      <p:sp>
        <p:nvSpPr>
          <p:cNvPr id="69394808" name=""/>
          <p:cNvSpPr/>
          <p:nvPr/>
        </p:nvSpPr>
        <p:spPr bwMode="auto">
          <a:xfrm rot="0" flipH="0" flipV="0">
            <a:off x="5825614" y="392153"/>
            <a:ext cx="5749464" cy="316627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54235882" name=""/>
          <p:cNvCxnSpPr>
            <a:stCxn id="957486074" idx="1"/>
            <a:endCxn id="277877514" idx="3"/>
          </p:cNvCxnSpPr>
          <p:nvPr/>
        </p:nvCxnSpPr>
        <p:spPr bwMode="auto">
          <a:xfrm rot="10799989" flipH="0" flipV="0">
            <a:off x="7442922" y="4892966"/>
            <a:ext cx="1154641" cy="810375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1138478" name=""/>
          <p:cNvSpPr/>
          <p:nvPr/>
        </p:nvSpPr>
        <p:spPr bwMode="auto">
          <a:xfrm rot="0" flipH="0" flipV="0">
            <a:off x="5957775" y="551447"/>
            <a:ext cx="1485147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Board No.2</a:t>
            </a:r>
            <a:endParaRPr/>
          </a:p>
        </p:txBody>
      </p:sp>
      <p:sp>
        <p:nvSpPr>
          <p:cNvPr id="1342632648" name=""/>
          <p:cNvSpPr/>
          <p:nvPr/>
        </p:nvSpPr>
        <p:spPr bwMode="auto">
          <a:xfrm rot="0" flipH="0" flipV="0">
            <a:off x="9957773" y="551447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HAM4311</a:t>
            </a:r>
            <a:endParaRPr/>
          </a:p>
        </p:txBody>
      </p:sp>
      <p:sp>
        <p:nvSpPr>
          <p:cNvPr id="1378082715" name=""/>
          <p:cNvSpPr/>
          <p:nvPr/>
        </p:nvSpPr>
        <p:spPr bwMode="auto">
          <a:xfrm rot="0" flipH="0" flipV="0">
            <a:off x="9957773" y="1361823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HAM4311</a:t>
            </a:r>
            <a:endParaRPr/>
          </a:p>
        </p:txBody>
      </p:sp>
      <p:cxnSp>
        <p:nvCxnSpPr>
          <p:cNvPr id="958131970" name=""/>
          <p:cNvCxnSpPr>
            <a:stCxn id="1342632648" idx="1"/>
            <a:endCxn id="871138478" idx="3"/>
          </p:cNvCxnSpPr>
          <p:nvPr/>
        </p:nvCxnSpPr>
        <p:spPr bwMode="auto">
          <a:xfrm rot="10799989" flipH="0" flipV="1">
            <a:off x="7442923" y="855369"/>
            <a:ext cx="2514849" cy="0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0539876" name=""/>
          <p:cNvCxnSpPr>
            <a:stCxn id="1378082715" idx="1"/>
            <a:endCxn id="871138478" idx="3"/>
          </p:cNvCxnSpPr>
          <p:nvPr/>
        </p:nvCxnSpPr>
        <p:spPr bwMode="auto">
          <a:xfrm rot="10799989" flipH="0" flipV="0">
            <a:off x="7442923" y="855369"/>
            <a:ext cx="2514849" cy="810376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514010" name=""/>
          <p:cNvCxnSpPr>
            <a:endCxn id="871138478" idx="3"/>
          </p:cNvCxnSpPr>
          <p:nvPr/>
        </p:nvCxnSpPr>
        <p:spPr bwMode="auto">
          <a:xfrm rot="10799989" flipH="0" flipV="0">
            <a:off x="7442923" y="855369"/>
            <a:ext cx="2501928" cy="1663741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1951319" name=""/>
          <p:cNvSpPr/>
          <p:nvPr/>
        </p:nvSpPr>
        <p:spPr bwMode="auto">
          <a:xfrm rot="0" flipH="0" flipV="0">
            <a:off x="9957773" y="2179595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IR 적외선 센서</a:t>
            </a:r>
            <a:b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</a:b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HAM4311</a:t>
            </a:r>
            <a:endParaRPr/>
          </a:p>
        </p:txBody>
      </p:sp>
      <p:sp>
        <p:nvSpPr>
          <p:cNvPr id="561260687" name=""/>
          <p:cNvSpPr txBox="1"/>
          <p:nvPr/>
        </p:nvSpPr>
        <p:spPr bwMode="auto">
          <a:xfrm rot="0" flipH="0" flipV="0">
            <a:off x="5957775" y="1361822"/>
            <a:ext cx="1751283" cy="373924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주차면</a:t>
            </a:r>
            <a:r>
              <a:rPr lang="en-US"/>
              <a:t> 센서정보</a:t>
            </a:r>
            <a:endParaRPr/>
          </a:p>
        </p:txBody>
      </p:sp>
      <p:sp>
        <p:nvSpPr>
          <p:cNvPr id="620105978" name=""/>
          <p:cNvSpPr/>
          <p:nvPr/>
        </p:nvSpPr>
        <p:spPr bwMode="auto">
          <a:xfrm rot="0" flipH="0" flipV="0">
            <a:off x="2115002" y="551447"/>
            <a:ext cx="1485147" cy="60784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Board No.1</a:t>
            </a:r>
            <a:endParaRPr/>
          </a:p>
        </p:txBody>
      </p:sp>
      <p:cxnSp>
        <p:nvCxnSpPr>
          <p:cNvPr id="1825423130" name=""/>
          <p:cNvCxnSpPr>
            <a:stCxn id="620105978" idx="3"/>
          </p:cNvCxnSpPr>
          <p:nvPr/>
        </p:nvCxnSpPr>
        <p:spPr bwMode="auto">
          <a:xfrm rot="0" flipH="0" flipV="1">
            <a:off x="3600150" y="855369"/>
            <a:ext cx="202531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5993590" name=""/>
          <p:cNvCxnSpPr>
            <a:stCxn id="620105978" idx="2"/>
          </p:cNvCxnSpPr>
          <p:nvPr/>
        </p:nvCxnSpPr>
        <p:spPr bwMode="auto">
          <a:xfrm rot="5399977" flipH="0" flipV="0">
            <a:off x="1376408" y="1002349"/>
            <a:ext cx="1324225" cy="1638111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258476" name=""/>
          <p:cNvCxnSpPr>
            <a:stCxn id="620105978" idx="2"/>
          </p:cNvCxnSpPr>
          <p:nvPr/>
        </p:nvCxnSpPr>
        <p:spPr bwMode="auto">
          <a:xfrm rot="5399977" flipH="0" flipV="1">
            <a:off x="3035888" y="980980"/>
            <a:ext cx="1324225" cy="1680848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746113" name=""/>
          <p:cNvCxnSpPr/>
          <p:nvPr/>
        </p:nvCxnSpPr>
        <p:spPr bwMode="auto">
          <a:xfrm rot="10799989" flipH="0" flipV="0">
            <a:off x="1812207" y="855369"/>
            <a:ext cx="302794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162032" name=""/>
          <p:cNvSpPr txBox="1"/>
          <p:nvPr/>
        </p:nvSpPr>
        <p:spPr bwMode="auto">
          <a:xfrm rot="0" flipH="0" flipV="0">
            <a:off x="476890" y="1320083"/>
            <a:ext cx="2029676" cy="373924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주차장</a:t>
            </a:r>
            <a:r>
              <a:rPr lang="en-US"/>
              <a:t> 입출차 관리</a:t>
            </a:r>
            <a:endParaRPr/>
          </a:p>
        </p:txBody>
      </p:sp>
      <p:sp>
        <p:nvSpPr>
          <p:cNvPr id="1157348344" name=""/>
          <p:cNvSpPr txBox="1"/>
          <p:nvPr/>
        </p:nvSpPr>
        <p:spPr bwMode="auto">
          <a:xfrm rot="0" flipH="0" flipV="0">
            <a:off x="5957775" y="3806154"/>
            <a:ext cx="1764242" cy="37392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주차타워</a:t>
            </a:r>
            <a:r>
              <a:rPr lang="en-US"/>
              <a:t> 관리</a:t>
            </a:r>
            <a:endParaRPr/>
          </a:p>
        </p:txBody>
      </p:sp>
      <p:sp>
        <p:nvSpPr>
          <p:cNvPr id="926946977" name=""/>
          <p:cNvSpPr/>
          <p:nvPr/>
        </p:nvSpPr>
        <p:spPr bwMode="auto">
          <a:xfrm rot="0" flipH="0" flipV="0">
            <a:off x="188633" y="3558430"/>
            <a:ext cx="5439276" cy="28914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4900698" name=""/>
          <p:cNvSpPr txBox="1"/>
          <p:nvPr/>
        </p:nvSpPr>
        <p:spPr bwMode="auto">
          <a:xfrm rot="0" flipH="0" flipV="0">
            <a:off x="204625" y="3535277"/>
            <a:ext cx="2132354" cy="373924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주차장</a:t>
            </a:r>
            <a:r>
              <a:rPr lang="en-US"/>
              <a:t> 차량 lpr 확인</a:t>
            </a:r>
            <a:endParaRPr/>
          </a:p>
        </p:txBody>
      </p:sp>
      <p:pic>
        <p:nvPicPr>
          <p:cNvPr id="158018006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145729" y="3558431"/>
            <a:ext cx="1422889" cy="2831621"/>
          </a:xfrm>
          <a:prstGeom prst="rect">
            <a:avLst/>
          </a:prstGeom>
        </p:spPr>
      </p:pic>
      <p:cxnSp>
        <p:nvCxnSpPr>
          <p:cNvPr id="1998274303" name=""/>
          <p:cNvCxnSpPr>
            <a:endCxn id="277877514" idx="3"/>
          </p:cNvCxnSpPr>
          <p:nvPr/>
        </p:nvCxnSpPr>
        <p:spPr bwMode="auto">
          <a:xfrm rot="10799989" flipH="0" flipV="1">
            <a:off x="7442922" y="4211052"/>
            <a:ext cx="2521369" cy="681914"/>
          </a:xfrm>
          <a:prstGeom prst="bentConnector3">
            <a:avLst>
              <a:gd name="adj1" fmla="val 77293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7299585" name=""/>
          <p:cNvCxnSpPr>
            <a:stCxn id="709405676" idx="1"/>
            <a:endCxn id="277877514" idx="3"/>
          </p:cNvCxnSpPr>
          <p:nvPr/>
        </p:nvCxnSpPr>
        <p:spPr bwMode="auto">
          <a:xfrm rot="10799989" flipH="0" flipV="0">
            <a:off x="7442922" y="4892966"/>
            <a:ext cx="1154641" cy="0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176977" name=""/>
          <p:cNvCxnSpPr>
            <a:stCxn id="957486074" idx="1"/>
            <a:endCxn id="277877514" idx="3"/>
          </p:cNvCxnSpPr>
          <p:nvPr/>
        </p:nvCxnSpPr>
        <p:spPr bwMode="auto">
          <a:xfrm rot="10799989" flipH="0" flipV="0">
            <a:off x="7442922" y="4892966"/>
            <a:ext cx="1154641" cy="810375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3762255" name=""/>
          <p:cNvSpPr/>
          <p:nvPr/>
        </p:nvSpPr>
        <p:spPr bwMode="auto">
          <a:xfrm rot="0" flipH="0" flipV="0">
            <a:off x="8597565" y="3875797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br>
              <a:rPr lang="en-US"/>
            </a:br>
            <a:r>
              <a:rPr lang="en-US"/>
              <a:t>스텝모터</a:t>
            </a:r>
            <a:endParaRPr/>
          </a:p>
        </p:txBody>
      </p:sp>
      <p:sp>
        <p:nvSpPr>
          <p:cNvPr id="709405676" name=""/>
          <p:cNvSpPr/>
          <p:nvPr/>
        </p:nvSpPr>
        <p:spPr bwMode="auto">
          <a:xfrm rot="0" flipH="0" flipV="0">
            <a:off x="8597565" y="4589044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HAM4311</a:t>
            </a:r>
            <a:endParaRPr/>
          </a:p>
        </p:txBody>
      </p:sp>
      <p:sp>
        <p:nvSpPr>
          <p:cNvPr id="957486074" name=""/>
          <p:cNvSpPr/>
          <p:nvPr/>
        </p:nvSpPr>
        <p:spPr bwMode="auto">
          <a:xfrm rot="0" flipH="0" flipV="0">
            <a:off x="8597565" y="5399420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APDS-9930</a:t>
            </a:r>
            <a:endParaRPr/>
          </a:p>
        </p:txBody>
      </p:sp>
      <p:cxnSp>
        <p:nvCxnSpPr>
          <p:cNvPr id="447289472" name=""/>
          <p:cNvCxnSpPr/>
          <p:nvPr/>
        </p:nvCxnSpPr>
        <p:spPr bwMode="auto">
          <a:xfrm rot="5399977" flipH="0" flipV="0">
            <a:off x="2195463" y="1821405"/>
            <a:ext cx="132422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6651624" name=""/>
          <p:cNvSpPr/>
          <p:nvPr/>
        </p:nvSpPr>
        <p:spPr bwMode="auto">
          <a:xfrm rot="0" flipH="0" flipV="0">
            <a:off x="483721" y="2483517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감지 제스처 센서 </a:t>
            </a:r>
            <a:b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</a:b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APDS-9930</a:t>
            </a:r>
            <a:endParaRPr/>
          </a:p>
        </p:txBody>
      </p:sp>
      <p:cxnSp>
        <p:nvCxnSpPr>
          <p:cNvPr id="1190093776" name=""/>
          <p:cNvCxnSpPr/>
          <p:nvPr/>
        </p:nvCxnSpPr>
        <p:spPr bwMode="auto">
          <a:xfrm rot="5399977" flipH="0" flipV="0">
            <a:off x="1379823" y="1005764"/>
            <a:ext cx="1324225" cy="1631280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029659" name=""/>
          <p:cNvCxnSpPr/>
          <p:nvPr/>
        </p:nvCxnSpPr>
        <p:spPr bwMode="auto">
          <a:xfrm rot="5399977" flipH="0" flipV="1">
            <a:off x="3039303" y="977565"/>
            <a:ext cx="1324225" cy="1687678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1569961" name=""/>
          <p:cNvSpPr/>
          <p:nvPr/>
        </p:nvSpPr>
        <p:spPr bwMode="auto">
          <a:xfrm rot="0" flipH="0" flipV="0">
            <a:off x="2115002" y="2483517"/>
            <a:ext cx="1485147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(차단기)</a:t>
            </a:r>
            <a:br>
              <a:rPr lang="en-US"/>
            </a:br>
            <a:r>
              <a:rPr lang="en-US"/>
              <a:t>서보모터</a:t>
            </a:r>
            <a:endParaRPr/>
          </a:p>
        </p:txBody>
      </p:sp>
      <p:cxnSp>
        <p:nvCxnSpPr>
          <p:cNvPr id="127263942" name=""/>
          <p:cNvCxnSpPr>
            <a:endCxn id="1661569961" idx="0"/>
          </p:cNvCxnSpPr>
          <p:nvPr/>
        </p:nvCxnSpPr>
        <p:spPr bwMode="auto">
          <a:xfrm rot="5399977" flipH="0" flipV="1">
            <a:off x="2192048" y="1821405"/>
            <a:ext cx="132422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6757507" name=""/>
          <p:cNvCxnSpPr/>
          <p:nvPr/>
        </p:nvCxnSpPr>
        <p:spPr bwMode="auto">
          <a:xfrm rot="5399977" flipH="0" flipV="0">
            <a:off x="2202294" y="1821405"/>
            <a:ext cx="132422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0853424" name=""/>
          <p:cNvSpPr/>
          <p:nvPr/>
        </p:nvSpPr>
        <p:spPr bwMode="auto">
          <a:xfrm rot="0" flipH="0" flipV="0">
            <a:off x="490551" y="2483517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감지 제스처 센서 </a:t>
            </a:r>
            <a:b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</a:b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APDS-9930</a:t>
            </a:r>
            <a:endParaRPr/>
          </a:p>
        </p:txBody>
      </p:sp>
      <p:cxnSp>
        <p:nvCxnSpPr>
          <p:cNvPr id="1056467489" name=""/>
          <p:cNvCxnSpPr/>
          <p:nvPr/>
        </p:nvCxnSpPr>
        <p:spPr bwMode="auto">
          <a:xfrm rot="5399977" flipH="0" flipV="0">
            <a:off x="1386653" y="1005764"/>
            <a:ext cx="1324225" cy="1631280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748763" name=""/>
          <p:cNvCxnSpPr/>
          <p:nvPr/>
        </p:nvCxnSpPr>
        <p:spPr bwMode="auto">
          <a:xfrm rot="5399977" flipH="0" flipV="1">
            <a:off x="3046132" y="977565"/>
            <a:ext cx="1324225" cy="1687678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258630" name=""/>
          <p:cNvSpPr/>
          <p:nvPr/>
        </p:nvSpPr>
        <p:spPr bwMode="auto">
          <a:xfrm rot="0" flipH="0" flipV="0">
            <a:off x="2101341" y="551447"/>
            <a:ext cx="1485147" cy="60784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Board No.1</a:t>
            </a:r>
            <a:endParaRPr/>
          </a:p>
        </p:txBody>
      </p:sp>
      <p:cxnSp>
        <p:nvCxnSpPr>
          <p:cNvPr id="844962361" name=""/>
          <p:cNvCxnSpPr>
            <a:stCxn id="234258630" idx="2"/>
          </p:cNvCxnSpPr>
          <p:nvPr/>
        </p:nvCxnSpPr>
        <p:spPr bwMode="auto">
          <a:xfrm rot="5399977" flipH="0" flipV="1">
            <a:off x="2185218" y="1821405"/>
            <a:ext cx="132422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3769593" name=""/>
          <p:cNvSpPr/>
          <p:nvPr/>
        </p:nvSpPr>
        <p:spPr bwMode="auto">
          <a:xfrm rot="0" flipH="0" flipV="0">
            <a:off x="3795851" y="551447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RFID</a:t>
            </a:r>
            <a:endParaRPr/>
          </a:p>
        </p:txBody>
      </p:sp>
      <p:cxnSp>
        <p:nvCxnSpPr>
          <p:cNvPr id="1445136140" name=""/>
          <p:cNvCxnSpPr/>
          <p:nvPr/>
        </p:nvCxnSpPr>
        <p:spPr bwMode="auto">
          <a:xfrm rot="0" flipH="0" flipV="1">
            <a:off x="3586489" y="855369"/>
            <a:ext cx="209361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523465" name=""/>
          <p:cNvCxnSpPr>
            <a:stCxn id="234258630" idx="2"/>
          </p:cNvCxnSpPr>
          <p:nvPr/>
        </p:nvCxnSpPr>
        <p:spPr bwMode="auto">
          <a:xfrm rot="5399977" flipH="0" flipV="0">
            <a:off x="1369577" y="1009179"/>
            <a:ext cx="1324225" cy="1624450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5925206" name=""/>
          <p:cNvCxnSpPr>
            <a:stCxn id="234258630" idx="2"/>
          </p:cNvCxnSpPr>
          <p:nvPr/>
        </p:nvCxnSpPr>
        <p:spPr bwMode="auto">
          <a:xfrm rot="5399977" flipH="0" flipV="1">
            <a:off x="3029058" y="974150"/>
            <a:ext cx="1324225" cy="1694509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7246311" name=""/>
          <p:cNvCxnSpPr/>
          <p:nvPr/>
        </p:nvCxnSpPr>
        <p:spPr bwMode="auto">
          <a:xfrm rot="10799989" flipH="0" flipV="0">
            <a:off x="1798546" y="855369"/>
            <a:ext cx="302794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955845" name=""/>
          <p:cNvCxnSpPr/>
          <p:nvPr/>
        </p:nvCxnSpPr>
        <p:spPr bwMode="auto">
          <a:xfrm rot="5399977" flipH="0" flipV="0">
            <a:off x="1379823" y="1005764"/>
            <a:ext cx="1324225" cy="1631280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4620704" name=""/>
          <p:cNvSpPr/>
          <p:nvPr/>
        </p:nvSpPr>
        <p:spPr bwMode="auto">
          <a:xfrm rot="0" flipH="0" flipV="0">
            <a:off x="3807945" y="2483517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APDS-9930</a:t>
            </a:r>
            <a:endParaRPr/>
          </a:p>
        </p:txBody>
      </p:sp>
      <p:cxnSp>
        <p:nvCxnSpPr>
          <p:cNvPr id="266579002" name=""/>
          <p:cNvCxnSpPr>
            <a:endCxn id="834620704" idx="0"/>
          </p:cNvCxnSpPr>
          <p:nvPr/>
        </p:nvCxnSpPr>
        <p:spPr bwMode="auto">
          <a:xfrm rot="5399977" flipH="0" flipV="1">
            <a:off x="3038519" y="971518"/>
            <a:ext cx="1324225" cy="1699772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8888176" name=""/>
          <p:cNvSpPr/>
          <p:nvPr/>
        </p:nvSpPr>
        <p:spPr bwMode="auto">
          <a:xfrm rot="0" flipH="0" flipV="0">
            <a:off x="2127096" y="2483517"/>
            <a:ext cx="1485147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(차단기)</a:t>
            </a:r>
            <a:br>
              <a:rPr lang="en-US"/>
            </a:br>
            <a:r>
              <a:rPr lang="en-US"/>
              <a:t>서보모터</a:t>
            </a:r>
            <a:endParaRPr/>
          </a:p>
        </p:txBody>
      </p:sp>
      <p:cxnSp>
        <p:nvCxnSpPr>
          <p:cNvPr id="38737657" name=""/>
          <p:cNvCxnSpPr>
            <a:endCxn id="2138888176" idx="0"/>
          </p:cNvCxnSpPr>
          <p:nvPr/>
        </p:nvCxnSpPr>
        <p:spPr bwMode="auto">
          <a:xfrm rot="5399977" flipH="0" flipV="1">
            <a:off x="2204142" y="1821405"/>
            <a:ext cx="132422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492078" name=""/>
          <p:cNvSpPr/>
          <p:nvPr/>
        </p:nvSpPr>
        <p:spPr bwMode="auto">
          <a:xfrm rot="0" flipH="0" flipV="0">
            <a:off x="502646" y="2483517"/>
            <a:ext cx="1485146" cy="6078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감지 제스처 센서 </a:t>
            </a:r>
            <a:b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</a:b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APDS-9930</a:t>
            </a:r>
            <a:endParaRPr/>
          </a:p>
        </p:txBody>
      </p:sp>
      <p:cxnSp>
        <p:nvCxnSpPr>
          <p:cNvPr id="869087789" name=""/>
          <p:cNvCxnSpPr/>
          <p:nvPr/>
        </p:nvCxnSpPr>
        <p:spPr bwMode="auto">
          <a:xfrm rot="5399977" flipH="0" flipV="1">
            <a:off x="2197312" y="1821405"/>
            <a:ext cx="132422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960557" name=""/>
          <p:cNvCxnSpPr/>
          <p:nvPr/>
        </p:nvCxnSpPr>
        <p:spPr bwMode="auto">
          <a:xfrm rot="0" flipH="0" flipV="1">
            <a:off x="3598583" y="855369"/>
            <a:ext cx="209361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7704158" name=""/>
          <p:cNvCxnSpPr/>
          <p:nvPr/>
        </p:nvCxnSpPr>
        <p:spPr bwMode="auto">
          <a:xfrm rot="5399977" flipH="0" flipV="1">
            <a:off x="3041151" y="974150"/>
            <a:ext cx="1324225" cy="1694509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8643605" name=""/>
          <p:cNvCxnSpPr/>
          <p:nvPr/>
        </p:nvCxnSpPr>
        <p:spPr bwMode="auto">
          <a:xfrm rot="10799989" flipH="0" flipV="0">
            <a:off x="1810639" y="855369"/>
            <a:ext cx="302794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1648639" name=""/>
          <p:cNvCxnSpPr/>
          <p:nvPr/>
        </p:nvCxnSpPr>
        <p:spPr bwMode="auto">
          <a:xfrm rot="5399977" flipH="0" flipV="0">
            <a:off x="1391917" y="1005764"/>
            <a:ext cx="1324225" cy="1631280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6046262" name=""/>
          <p:cNvCxnSpPr>
            <a:stCxn id="1378082715" idx="1"/>
            <a:endCxn id="871138478" idx="3"/>
          </p:cNvCxnSpPr>
          <p:nvPr/>
        </p:nvCxnSpPr>
        <p:spPr bwMode="auto">
          <a:xfrm rot="10799989" flipH="0" flipV="0">
            <a:off x="7442923" y="855369"/>
            <a:ext cx="2514849" cy="810376"/>
          </a:xfrm>
          <a:prstGeom prst="bentConnector3">
            <a:avLst>
              <a:gd name="adj1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525255" name=""/>
          <p:cNvSpPr/>
          <p:nvPr/>
        </p:nvSpPr>
        <p:spPr bwMode="auto">
          <a:xfrm rot="0" flipH="0" flipV="0">
            <a:off x="6966484" y="2483510"/>
            <a:ext cx="1485145" cy="6078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1602 LCD</a:t>
            </a:r>
            <a:endParaRPr/>
          </a:p>
        </p:txBody>
      </p:sp>
      <p:sp>
        <p:nvSpPr>
          <p:cNvPr id="1162192406" name=""/>
          <p:cNvSpPr/>
          <p:nvPr/>
        </p:nvSpPr>
        <p:spPr bwMode="auto">
          <a:xfrm rot="0" flipH="0" flipV="0">
            <a:off x="327060" y="551446"/>
            <a:ext cx="1485146" cy="6078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Camera Module</a:t>
            </a:r>
            <a:endParaRPr/>
          </a:p>
        </p:txBody>
      </p:sp>
      <p:sp>
        <p:nvSpPr>
          <p:cNvPr id="1878290311" name=""/>
          <p:cNvSpPr/>
          <p:nvPr/>
        </p:nvSpPr>
        <p:spPr bwMode="auto">
          <a:xfrm rot="0" flipH="0" flipV="0">
            <a:off x="2101339" y="551446"/>
            <a:ext cx="1485145" cy="6078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esp32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board 1 1</a:t>
            </a:r>
            <a:endParaRPr/>
          </a:p>
        </p:txBody>
      </p:sp>
      <p:sp>
        <p:nvSpPr>
          <p:cNvPr id="130923720" name=""/>
          <p:cNvSpPr/>
          <p:nvPr/>
        </p:nvSpPr>
        <p:spPr bwMode="auto">
          <a:xfrm rot="0" flipH="0" flipV="0">
            <a:off x="5957774" y="551446"/>
            <a:ext cx="1485145" cy="6078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esp32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board</a:t>
            </a:r>
            <a:endParaRPr/>
          </a:p>
        </p:txBody>
      </p:sp>
      <p:sp>
        <p:nvSpPr>
          <p:cNvPr id="1861729135" name=""/>
          <p:cNvSpPr/>
          <p:nvPr/>
        </p:nvSpPr>
        <p:spPr bwMode="auto">
          <a:xfrm rot="0" flipH="0" flipV="0">
            <a:off x="1812206" y="4483640"/>
            <a:ext cx="1485145" cy="6078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esp32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camera</a:t>
            </a:r>
            <a:endParaRPr/>
          </a:p>
        </p:txBody>
      </p:sp>
      <p:cxnSp>
        <p:nvCxnSpPr>
          <p:cNvPr id="456420312" name=""/>
          <p:cNvCxnSpPr>
            <a:stCxn id="116525255" idx="0"/>
            <a:endCxn id="130923720" idx="3"/>
          </p:cNvCxnSpPr>
          <p:nvPr/>
        </p:nvCxnSpPr>
        <p:spPr bwMode="auto">
          <a:xfrm rot="16199969" flipH="0" flipV="1">
            <a:off x="6761918" y="1536371"/>
            <a:ext cx="1628141" cy="266136"/>
          </a:xfrm>
          <a:prstGeom prst="bentConnector2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2012-12-03T06:56:55Z</dcterms:created>
  <dcterms:modified xsi:type="dcterms:W3CDTF">2026-02-24T06:53:33Z</dcterms:modified>
</cp:coreProperties>
</file>