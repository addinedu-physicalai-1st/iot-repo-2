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2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4.xml" ContentType="application/vnd.openxmlformats-officedocument.presentationml.slide+xml"/>
  <Override PartName="/ppt/theme/theme10.xml" ContentType="application/vnd.openxmlformats-officedocument.theme+xml"/>
  <Override PartName="/ppt/theme/theme8.xml" ContentType="application/vnd.openxmlformats-officedocument.theme+xml"/>
  <Override PartName="/ppt/slideLayouts/slideLayout3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5.xml" ContentType="application/vnd.openxmlformats-officedocument.theme+xml"/>
  <Override PartName="/docProps/app.xml" ContentType="application/vnd.openxmlformats-officedocument.extended-properties+xml"/>
  <Override PartName="/ppt/theme/theme7.xml" ContentType="application/vnd.openxmlformats-officedocument.theme+xml"/>
  <Override PartName="/ppt/viewProps.xml" ContentType="application/vnd.openxmlformats-officedocument.presentationml.viewProps+xml"/>
  <Override PartName="/ppt/theme/theme12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docProps/core.xml" ContentType="application/vnd.openxmlformats-package.core-properties+xml"/>
  <Override PartName="/ppt/theme/theme2.xml" ContentType="application/vnd.openxmlformats-officedocument.theme+xml"/>
  <Override PartName="/ppt/theme/theme1.xml" ContentType="application/vnd.openxmlformats-officedocument.theme+xml"/>
  <Override PartName="/ppt/slides/slide3.xml" ContentType="application/vnd.openxmlformats-officedocument.presentationml.slide+xml"/>
  <Override PartName="/ppt/theme/theme6.xml" ContentType="application/vnd.openxmlformats-officedocument.theme+xml"/>
  <Override PartName="/ppt/slideMasters/slideMaster7.xml" ContentType="application/vnd.openxmlformats-officedocument.presentationml.slideMaster+xml"/>
  <Override PartName="/ppt/slideMasters/slideMaster10.xml" ContentType="application/vnd.openxmlformats-officedocument.presentationml.slideMaster+xml"/>
  <Override PartName="/ppt/presProps.xml" ContentType="application/vnd.openxmlformats-officedocument.presentationml.presProps+xml"/>
  <Override PartName="/ppt/theme/theme9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11.xml" ContentType="application/vnd.openxmlformats-officedocument.theme+xml"/>
  <Override PartName="/docProps/custom.xml" ContentType="application/vnd.openxmlformats-officedocument.custom-properties+xml"/>
  <Override PartName="/ppt/slideLayouts/slideLayout8.xml" ContentType="application/vnd.openxmlformats-officedocument.presentationml.slideLayout+xml"/>
  <Override PartName="/ppt/slideMasters/slideMaster2.xml" ContentType="application/vnd.openxmlformats-officedocument.presentationml.slideMaster+xml"/>
  <Override PartName="/ppt/slideLayouts/slideLayout9.xml" ContentType="application/vnd.openxmlformats-officedocument.presentationml.slideLayout+xml"/>
  <Override PartName="/ppt/slideMasters/slideMaster3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notesSlides/notesSlide4.xml" ContentType="application/vnd.openxmlformats-officedocument.presentationml.notesSlide+xml"/>
  <Override PartName="/ppt/tableStyles.xml" ContentType="application/vnd.openxmlformats-officedocument.presentationml.tableStyles+xml"/>
  <Override PartName="/ppt/slideMasters/slideMaster11.xml" ContentType="application/vnd.openxmlformats-officedocument.presentationml.slideMaster+xml"/>
  <Override PartName="/ppt/slideLayouts/slideLayout10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6.xml" ContentType="application/vnd.openxmlformats-officedocument.presentationml.slideMaster+xml"/>
  <Override PartName="/ppt/slideLayouts/slideLayout11.xml" ContentType="application/vnd.openxmlformats-officedocument.presentationml.slideLayout+xml"/>
  <Override PartName="/ppt/notesSlides/notesSlide3.xml" ContentType="application/vnd.openxmlformats-officedocument.presentationml.notesSlide+xml"/>
  <Override PartName="/ppt/slideLayouts/slideLayout12.xml" ContentType="application/vnd.openxmlformats-officedocument.presentationml.slideLayout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  <p:sldMasterId id="2147483651" r:id="rId2"/>
    <p:sldMasterId id="2147483653" r:id="rId3"/>
    <p:sldMasterId id="2147483655" r:id="rId4"/>
    <p:sldMasterId id="2147483657" r:id="rId5"/>
    <p:sldMasterId id="2147483659" r:id="rId6"/>
    <p:sldMasterId id="2147483661" r:id="rId7"/>
    <p:sldMasterId id="2147483663" r:id="rId8"/>
    <p:sldMasterId id="2147483665" r:id="rId9"/>
    <p:sldMasterId id="2147483667" r:id="rId10"/>
    <p:sldMasterId id="2147483669" r:id="rId11"/>
  </p:sldMasterIdLst>
  <p:notesMasterIdLst>
    <p:notesMasterId r:id="rId28"/>
  </p:notesMasterIdLst>
  <p:sldIdLst>
    <p:sldId id="256" r:id="rId24"/>
    <p:sldId id="257" r:id="rId25"/>
    <p:sldId id="258" r:id="rId26"/>
    <p:sldId id="259" r:id="rId27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0" d="6"/>
          <a:sy n="0" d="2"/>
        </p:scale>
        <p:origin x="699584672" y="0"/>
      </p:cViewPr>
      <p:guideLst>
        <p:guide pos="3840"/>
        <p:guide pos="2160" orient="horz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Master" Target="slideMasters/slideMaster4.xml"/><Relationship Id="rId5" Type="http://schemas.openxmlformats.org/officeDocument/2006/relationships/slideMaster" Target="slideMasters/slideMaster5.xml"/><Relationship Id="rId6" Type="http://schemas.openxmlformats.org/officeDocument/2006/relationships/slideMaster" Target="slideMasters/slideMaster6.xml"/><Relationship Id="rId7" Type="http://schemas.openxmlformats.org/officeDocument/2006/relationships/slideMaster" Target="slideMasters/slideMaster7.xml"/><Relationship Id="rId8" Type="http://schemas.openxmlformats.org/officeDocument/2006/relationships/slideMaster" Target="slideMasters/slideMaster8.xml"/><Relationship Id="rId9" Type="http://schemas.openxmlformats.org/officeDocument/2006/relationships/slideMaster" Target="slideMasters/slideMaster9.xml"/><Relationship Id="rId10" Type="http://schemas.openxmlformats.org/officeDocument/2006/relationships/slideMaster" Target="slideMasters/slideMaster10.xml"/><Relationship Id="rId11" Type="http://schemas.openxmlformats.org/officeDocument/2006/relationships/slideMaster" Target="slideMasters/slideMaster11.xml"/><Relationship Id="rId12" Type="http://schemas.openxmlformats.org/officeDocument/2006/relationships/theme" Target="theme/theme1.xml"/><Relationship Id="rId13" Type="http://schemas.openxmlformats.org/officeDocument/2006/relationships/theme" Target="theme/theme2.xml"/><Relationship Id="rId14" Type="http://schemas.openxmlformats.org/officeDocument/2006/relationships/theme" Target="theme/theme3.xml"/><Relationship Id="rId15" Type="http://schemas.openxmlformats.org/officeDocument/2006/relationships/theme" Target="theme/theme4.xml"/><Relationship Id="rId16" Type="http://schemas.openxmlformats.org/officeDocument/2006/relationships/theme" Target="theme/theme5.xml"/><Relationship Id="rId17" Type="http://schemas.openxmlformats.org/officeDocument/2006/relationships/theme" Target="theme/theme6.xml"/><Relationship Id="rId18" Type="http://schemas.openxmlformats.org/officeDocument/2006/relationships/theme" Target="theme/theme7.xml"/><Relationship Id="rId19" Type="http://schemas.openxmlformats.org/officeDocument/2006/relationships/theme" Target="theme/theme8.xml"/><Relationship Id="rId20" Type="http://schemas.openxmlformats.org/officeDocument/2006/relationships/theme" Target="theme/theme9.xml"/><Relationship Id="rId21" Type="http://schemas.openxmlformats.org/officeDocument/2006/relationships/theme" Target="theme/theme10.xml"/><Relationship Id="rId22" Type="http://schemas.openxmlformats.org/officeDocument/2006/relationships/theme" Target="theme/theme11.xml"/><Relationship Id="rId23" Type="http://schemas.openxmlformats.org/officeDocument/2006/relationships/theme" Target="theme/theme12.xml"/><Relationship Id="rId24" Type="http://schemas.openxmlformats.org/officeDocument/2006/relationships/slide" Target="slides/slide1.xml"/><Relationship Id="rId25" Type="http://schemas.openxmlformats.org/officeDocument/2006/relationships/slide" Target="slides/slide2.xml"/><Relationship Id="rId26" Type="http://schemas.openxmlformats.org/officeDocument/2006/relationships/slide" Target="slides/slide3.xml"/><Relationship Id="rId27" Type="http://schemas.openxmlformats.org/officeDocument/2006/relationships/slide" Target="slides/slide4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 /><Relationship Id="rId30" Type="http://schemas.openxmlformats.org/officeDocument/2006/relationships/tableStyles" Target="tableStyles.xml" /><Relationship Id="rId31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783351" name="PlaceHolder 1"/>
          <p:cNvSpPr>
            <a:spLocks noGrp="1"/>
          </p:cNvSpPr>
          <p:nvPr>
            <p:ph type="sldImg"/>
          </p:nvPr>
        </p:nvSpPr>
        <p:spPr bwMode="auto"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>
              <a:defRPr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Click to move the slide</a:t>
            </a:r>
            <a:endParaRPr lang="en-US" sz="1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88749600" name="PlaceHolder 2"/>
          <p:cNvSpPr>
            <a:spLocks noGrp="1"/>
          </p:cNvSpPr>
          <p:nvPr>
            <p:ph type="body"/>
          </p:nvPr>
        </p:nvSpPr>
        <p:spPr bwMode="auto">
          <a:xfrm>
            <a:off x="756000" y="5078520"/>
            <a:ext cx="6047640" cy="4811039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marL="216000" indent="-216000">
              <a:buNone/>
              <a:defRPr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Click to edit the notes format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6849064" name="PlaceHolder 3"/>
          <p:cNvSpPr>
            <a:spLocks noGrp="1"/>
          </p:cNvSpPr>
          <p:nvPr>
            <p:ph type="hdr"/>
          </p:nvPr>
        </p:nvSpPr>
        <p:spPr bwMode="auto"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>
              <a:buNone/>
              <a:defRPr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&lt;header&gt;</a:t>
            </a:r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673077" name="PlaceHolder 4"/>
          <p:cNvSpPr>
            <a:spLocks noGrp="1"/>
          </p:cNvSpPr>
          <p:nvPr>
            <p:ph type="dt" idx="34"/>
          </p:nvPr>
        </p:nvSpPr>
        <p:spPr bwMode="auto"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  <a:defRPr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83785519" name="PlaceHolder 5"/>
          <p:cNvSpPr>
            <a:spLocks noGrp="1"/>
          </p:cNvSpPr>
          <p:nvPr>
            <p:ph type="ftr" idx="35"/>
          </p:nvPr>
        </p:nvSpPr>
        <p:spPr bwMode="auto"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  <a:defRPr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61657041" name="PlaceHolder 6"/>
          <p:cNvSpPr>
            <a:spLocks noGrp="1"/>
          </p:cNvSpPr>
          <p:nvPr>
            <p:ph type="sldNum" idx="36"/>
          </p:nvPr>
        </p:nvSpPr>
        <p:spPr bwMode="auto"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  <a:defRPr/>
            </a:pPr>
            <a:fld id="{D33B551A-EC49-424A-AD4D-884F6F36A36C}" type="slidenum"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&lt;number&gt;</a:t>
            </a:fld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3936275" name="PlaceHolder 1"/>
          <p:cNvSpPr>
            <a:spLocks noGrp="1"/>
          </p:cNvSpPr>
          <p:nvPr>
            <p:ph type="sldImg"/>
          </p:nvPr>
        </p:nvSpPr>
        <p:spPr bwMode="auto">
          <a:xfrm>
            <a:off x="685800" y="1143000"/>
            <a:ext cx="5486039" cy="3085920"/>
          </a:xfrm>
          <a:prstGeom prst="rect">
            <a:avLst/>
          </a:prstGeom>
          <a:ln w="0">
            <a:noFill/>
          </a:ln>
        </p:spPr>
      </p:sp>
      <p:sp>
        <p:nvSpPr>
          <p:cNvPr id="167363040" name="PlaceHolder 2"/>
          <p:cNvSpPr>
            <a:spLocks noGrp="1"/>
          </p:cNvSpPr>
          <p:nvPr>
            <p:ph type="body"/>
          </p:nvPr>
        </p:nvSpPr>
        <p:spPr bwMode="auto">
          <a:xfrm>
            <a:off x="685800" y="4400640"/>
            <a:ext cx="5486039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16000" indent="-216000">
              <a:buNone/>
              <a:defRPr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4733825" name="PlaceHolder 3"/>
          <p:cNvSpPr>
            <a:spLocks noGrp="1"/>
          </p:cNvSpPr>
          <p:nvPr>
            <p:ph type="sldNum" idx="38"/>
          </p:nvPr>
        </p:nvSpPr>
        <p:spPr bwMode="auto"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>
              <a:buNone/>
              <a:defRPr/>
            </a:pPr>
            <a:endParaRPr lang="en-US" sz="1200" b="0" strike="noStrike" spc="-1">
              <a:solidFill>
                <a:schemeClr val="dk1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5650815" name="PlaceHolder 1"/>
          <p:cNvSpPr>
            <a:spLocks noGrp="1"/>
          </p:cNvSpPr>
          <p:nvPr>
            <p:ph type="sldImg"/>
          </p:nvPr>
        </p:nvSpPr>
        <p:spPr bwMode="auto">
          <a:xfrm>
            <a:off x="685800" y="1143000"/>
            <a:ext cx="5486039" cy="3085920"/>
          </a:xfrm>
          <a:prstGeom prst="rect">
            <a:avLst/>
          </a:prstGeom>
          <a:ln w="0">
            <a:noFill/>
          </a:ln>
        </p:spPr>
      </p:sp>
      <p:sp>
        <p:nvSpPr>
          <p:cNvPr id="469773324" name="PlaceHolder 2"/>
          <p:cNvSpPr>
            <a:spLocks noGrp="1"/>
          </p:cNvSpPr>
          <p:nvPr>
            <p:ph type="body"/>
          </p:nvPr>
        </p:nvSpPr>
        <p:spPr bwMode="auto">
          <a:xfrm>
            <a:off x="685800" y="4400640"/>
            <a:ext cx="5486039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16000" indent="-216000">
              <a:buNone/>
              <a:defRPr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1766290" name="PlaceHolder 3"/>
          <p:cNvSpPr>
            <a:spLocks noGrp="1"/>
          </p:cNvSpPr>
          <p:nvPr>
            <p:ph type="sldNum" idx="39"/>
          </p:nvPr>
        </p:nvSpPr>
        <p:spPr bwMode="auto"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defRPr/>
            </a:pPr>
            <a:fld id="{41A14610-8A20-40EF-B2CF-CE2BF6B8B87F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4317628" name="PlaceHolder 1"/>
          <p:cNvSpPr>
            <a:spLocks noGrp="1"/>
          </p:cNvSpPr>
          <p:nvPr>
            <p:ph type="sldImg"/>
          </p:nvPr>
        </p:nvSpPr>
        <p:spPr bwMode="auto">
          <a:xfrm>
            <a:off x="685800" y="1143000"/>
            <a:ext cx="5486038" cy="3085920"/>
          </a:xfrm>
          <a:prstGeom prst="rect">
            <a:avLst/>
          </a:prstGeom>
          <a:ln w="0">
            <a:noFill/>
          </a:ln>
        </p:spPr>
      </p:sp>
      <p:sp>
        <p:nvSpPr>
          <p:cNvPr id="694879564" name="PlaceHolder 2"/>
          <p:cNvSpPr>
            <a:spLocks noGrp="1"/>
          </p:cNvSpPr>
          <p:nvPr>
            <p:ph type="body"/>
          </p:nvPr>
        </p:nvSpPr>
        <p:spPr bwMode="auto">
          <a:xfrm>
            <a:off x="685800" y="4400640"/>
            <a:ext cx="5486038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16000" indent="-216000">
              <a:buNone/>
              <a:defRPr/>
            </a:pPr>
            <a:endParaRPr lang="en-US" sz="1800" b="0" strike="noStrike" spc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4175985" name="PlaceHolder 3"/>
          <p:cNvSpPr>
            <a:spLocks noGrp="1"/>
          </p:cNvSpPr>
          <p:nvPr>
            <p:ph type="sldNum" idx="39"/>
          </p:nvPr>
        </p:nvSpPr>
        <p:spPr bwMode="auto"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0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defRPr/>
            </a:pPr>
            <a:fld id="{4DADDBB9-A9BA-F19B-F0B4-51690689B8BB}" type="slidenum">
              <a:rPr lang="en-US" sz="1200" b="0" strike="noStrike" spc="0">
                <a:solidFill>
                  <a:schemeClr val="dk1"/>
                </a:solidFill>
                <a:latin typeface="Arial"/>
                <a:ea typeface="DejaVu Sans"/>
              </a:rPr>
              <a:t/>
            </a:fld>
            <a:endParaRPr lang="en-US" sz="1200" b="0" strike="noStrike" spc="0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7627676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3792160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283147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8B9503A-B8A1-47E9-97BD-0AC82C49A35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x" userDrawn="1">
  <p:cSld name="제목 슬라이드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2129188" name="PlaceHolder 1"/>
          <p:cNvSpPr>
            <a:spLocks noGrp="1"/>
          </p:cNvSpPr>
          <p:nvPr>
            <p:ph type="title"/>
          </p:nvPr>
        </p:nvSpPr>
        <p:spPr bwMode="auto"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  <a:defRPr/>
            </a:pPr>
            <a:endParaRPr lang="en-US" sz="1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1451218670" name="PlaceHolder 2"/>
          <p:cNvSpPr>
            <a:spLocks noGrp="1"/>
          </p:cNvSpPr>
          <p:nvPr>
            <p:ph/>
          </p:nvPr>
        </p:nvSpPr>
        <p:spPr bwMode="auto"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  <a:defRPr/>
            </a:pPr>
            <a:endParaRPr lang="en-US" sz="2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1922408787" name="PlaceHolder 3"/>
          <p:cNvSpPr>
            <a:spLocks noGrp="1"/>
          </p:cNvSpPr>
          <p:nvPr>
            <p:ph type="ftr" idx="2"/>
          </p:nvPr>
        </p:nvSpPr>
        <p:spPr bwMode="auto"/>
        <p:txBody>
          <a:bodyPr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1272087469" name="PlaceHolder 4"/>
          <p:cNvSpPr>
            <a:spLocks noGrp="1"/>
          </p:cNvSpPr>
          <p:nvPr>
            <p:ph type="sldNum" idx="3"/>
          </p:nvPr>
        </p:nvSpPr>
        <p:spPr bwMode="auto"/>
        <p:txBody>
          <a:bodyPr/>
          <a:p>
            <a:pPr>
              <a:defRPr/>
            </a:pPr>
            <a:fld id="{372C09B4-867A-49BB-8017-167ADF8C18C4}" type="slidenum">
              <a:rPr/>
              <a:t>&lt;#&gt;</a:t>
            </a:fld>
            <a:endParaRPr/>
          </a:p>
        </p:txBody>
      </p:sp>
      <p:sp>
        <p:nvSpPr>
          <p:cNvPr id="672916767" name="PlaceHolder 5"/>
          <p:cNvSpPr>
            <a:spLocks noGrp="1"/>
          </p:cNvSpPr>
          <p:nvPr>
            <p:ph type="dt" idx="1"/>
          </p:nvPr>
        </p:nvSpPr>
        <p:spPr bwMode="auto"/>
        <p:txBody>
          <a:bodyPr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제목 슬라이드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1600601" name="PlaceHolder 1"/>
          <p:cNvSpPr>
            <a:spLocks noGrp="1"/>
          </p:cNvSpPr>
          <p:nvPr>
            <p:ph type="title"/>
          </p:nvPr>
        </p:nvSpPr>
        <p:spPr bwMode="auto"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  <a:defRPr/>
            </a:pPr>
            <a:endParaRPr lang="en-US" sz="1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2145312671" name="PlaceHolder 2"/>
          <p:cNvSpPr>
            <a:spLocks noGrp="1"/>
          </p:cNvSpPr>
          <p:nvPr>
            <p:ph type="subTitle"/>
          </p:nvPr>
        </p:nvSpPr>
        <p:spPr bwMode="auto"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ctr">
              <a:buNone/>
              <a:defRPr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1741163" name="PlaceHolder 3"/>
          <p:cNvSpPr>
            <a:spLocks noGrp="1"/>
          </p:cNvSpPr>
          <p:nvPr>
            <p:ph type="ftr" idx="2"/>
          </p:nvPr>
        </p:nvSpPr>
        <p:spPr bwMode="auto"/>
        <p:txBody>
          <a:bodyPr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2112943500" name="PlaceHolder 4"/>
          <p:cNvSpPr>
            <a:spLocks noGrp="1"/>
          </p:cNvSpPr>
          <p:nvPr>
            <p:ph type="sldNum" idx="3"/>
          </p:nvPr>
        </p:nvSpPr>
        <p:spPr bwMode="auto"/>
        <p:txBody>
          <a:bodyPr/>
          <a:p>
            <a:pPr>
              <a:defRPr/>
            </a:pPr>
            <a:fld id="{14C5F871-F31A-4592-B31D-26C8E46459C0}" type="slidenum">
              <a:rPr/>
              <a:t>&lt;#&gt;</a:t>
            </a:fld>
            <a:endParaRPr/>
          </a:p>
        </p:txBody>
      </p:sp>
      <p:sp>
        <p:nvSpPr>
          <p:cNvPr id="358375445" name="PlaceHolder 5"/>
          <p:cNvSpPr>
            <a:spLocks noGrp="1"/>
          </p:cNvSpPr>
          <p:nvPr>
            <p:ph type="dt" idx="1"/>
          </p:nvPr>
        </p:nvSpPr>
        <p:spPr bwMode="auto"/>
        <p:txBody>
          <a:bodyPr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제목 및 세로 텍스트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9004679" name="PlaceHolder 1"/>
          <p:cNvSpPr>
            <a:spLocks noGrp="1"/>
          </p:cNvSpPr>
          <p:nvPr>
            <p:ph type="ftr" idx="5"/>
          </p:nvPr>
        </p:nvSpPr>
        <p:spPr bwMode="auto"/>
        <p:txBody>
          <a:bodyPr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400905425" name="PlaceHolder 2"/>
          <p:cNvSpPr>
            <a:spLocks noGrp="1"/>
          </p:cNvSpPr>
          <p:nvPr>
            <p:ph type="sldNum" idx="6"/>
          </p:nvPr>
        </p:nvSpPr>
        <p:spPr bwMode="auto"/>
        <p:txBody>
          <a:bodyPr/>
          <a:p>
            <a:pPr>
              <a:defRPr/>
            </a:pPr>
            <a:fld id="{E4140556-7199-4F47-855B-36BFD1BB75E6}" type="slidenum">
              <a:rPr/>
              <a:t>&lt;#&gt;</a:t>
            </a:fld>
            <a:endParaRPr/>
          </a:p>
        </p:txBody>
      </p:sp>
      <p:sp>
        <p:nvSpPr>
          <p:cNvPr id="646472254" name="PlaceHolder 3"/>
          <p:cNvSpPr>
            <a:spLocks noGrp="1"/>
          </p:cNvSpPr>
          <p:nvPr>
            <p:ph type="dt" idx="4"/>
          </p:nvPr>
        </p:nvSpPr>
        <p:spPr bwMode="auto"/>
        <p:txBody>
          <a:bodyPr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세로 제목 및 텍스트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0332921" name="PlaceHolder 1"/>
          <p:cNvSpPr>
            <a:spLocks noGrp="1"/>
          </p:cNvSpPr>
          <p:nvPr>
            <p:ph type="ftr" idx="8"/>
          </p:nvPr>
        </p:nvSpPr>
        <p:spPr bwMode="auto"/>
        <p:txBody>
          <a:bodyPr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999278787" name="PlaceHolder 2"/>
          <p:cNvSpPr>
            <a:spLocks noGrp="1"/>
          </p:cNvSpPr>
          <p:nvPr>
            <p:ph type="sldNum" idx="9"/>
          </p:nvPr>
        </p:nvSpPr>
        <p:spPr bwMode="auto"/>
        <p:txBody>
          <a:bodyPr/>
          <a:p>
            <a:pPr>
              <a:defRPr/>
            </a:pPr>
            <a:fld id="{881430A9-731E-4E18-9E2C-40CF332EB894}" type="slidenum">
              <a:rPr/>
              <a:t>&lt;#&gt;</a:t>
            </a:fld>
            <a:endParaRPr/>
          </a:p>
        </p:txBody>
      </p:sp>
      <p:sp>
        <p:nvSpPr>
          <p:cNvPr id="814445882" name="PlaceHolder 3"/>
          <p:cNvSpPr>
            <a:spLocks noGrp="1"/>
          </p:cNvSpPr>
          <p:nvPr>
            <p:ph type="dt" idx="7"/>
          </p:nvPr>
        </p:nvSpPr>
        <p:spPr bwMode="auto"/>
        <p:txBody>
          <a:bodyPr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제목 및 내용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8043816" name="PlaceHolder 1"/>
          <p:cNvSpPr>
            <a:spLocks noGrp="1"/>
          </p:cNvSpPr>
          <p:nvPr>
            <p:ph type="title"/>
          </p:nvPr>
        </p:nvSpPr>
        <p:spPr bwMode="auto"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  <a:defRPr/>
            </a:pPr>
            <a:endParaRPr lang="en-US" sz="1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2007033870" name="PlaceHolder 2"/>
          <p:cNvSpPr>
            <a:spLocks noGrp="1"/>
          </p:cNvSpPr>
          <p:nvPr>
            <p:ph/>
          </p:nvPr>
        </p:nvSpPr>
        <p:spPr bwMode="auto"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  <a:defRPr/>
            </a:pPr>
            <a:endParaRPr lang="en-US" sz="2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445384569" name="PlaceHolder 3"/>
          <p:cNvSpPr>
            <a:spLocks noGrp="1"/>
          </p:cNvSpPr>
          <p:nvPr>
            <p:ph type="ftr" idx="11"/>
          </p:nvPr>
        </p:nvSpPr>
        <p:spPr bwMode="auto"/>
        <p:txBody>
          <a:bodyPr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1828760260" name="PlaceHolder 4"/>
          <p:cNvSpPr>
            <a:spLocks noGrp="1"/>
          </p:cNvSpPr>
          <p:nvPr>
            <p:ph type="sldNum" idx="12"/>
          </p:nvPr>
        </p:nvSpPr>
        <p:spPr bwMode="auto"/>
        <p:txBody>
          <a:bodyPr/>
          <a:p>
            <a:pPr>
              <a:defRPr/>
            </a:pPr>
            <a:fld id="{1CF52CB6-1947-4799-A672-D3B608074F26}" type="slidenum">
              <a:rPr/>
              <a:t>&lt;#&gt;</a:t>
            </a:fld>
            <a:endParaRPr/>
          </a:p>
        </p:txBody>
      </p:sp>
      <p:sp>
        <p:nvSpPr>
          <p:cNvPr id="1647914433" name="PlaceHolder 5"/>
          <p:cNvSpPr>
            <a:spLocks noGrp="1"/>
          </p:cNvSpPr>
          <p:nvPr>
            <p:ph type="dt" idx="10"/>
          </p:nvPr>
        </p:nvSpPr>
        <p:spPr bwMode="auto"/>
        <p:txBody>
          <a:bodyPr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구역 머리글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9422661" name="PlaceHolder 1"/>
          <p:cNvSpPr>
            <a:spLocks noGrp="1"/>
          </p:cNvSpPr>
          <p:nvPr>
            <p:ph type="ftr" idx="14"/>
          </p:nvPr>
        </p:nvSpPr>
        <p:spPr bwMode="auto"/>
        <p:txBody>
          <a:bodyPr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1674975996" name="PlaceHolder 2"/>
          <p:cNvSpPr>
            <a:spLocks noGrp="1"/>
          </p:cNvSpPr>
          <p:nvPr>
            <p:ph type="sldNum" idx="15"/>
          </p:nvPr>
        </p:nvSpPr>
        <p:spPr bwMode="auto"/>
        <p:txBody>
          <a:bodyPr/>
          <a:p>
            <a:pPr>
              <a:defRPr/>
            </a:pPr>
            <a:fld id="{653069BF-3D12-497D-944F-0B85BA5B1DB1}" type="slidenum">
              <a:rPr/>
              <a:t>&lt;#&gt;</a:t>
            </a:fld>
            <a:endParaRPr/>
          </a:p>
        </p:txBody>
      </p:sp>
      <p:sp>
        <p:nvSpPr>
          <p:cNvPr id="1106723496" name="PlaceHolder 3"/>
          <p:cNvSpPr>
            <a:spLocks noGrp="1"/>
          </p:cNvSpPr>
          <p:nvPr>
            <p:ph type="dt" idx="13"/>
          </p:nvPr>
        </p:nvSpPr>
        <p:spPr bwMode="auto"/>
        <p:txBody>
          <a:bodyPr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콘텐츠 2개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3863300" name="PlaceHolder 1"/>
          <p:cNvSpPr>
            <a:spLocks noGrp="1"/>
          </p:cNvSpPr>
          <p:nvPr>
            <p:ph type="title"/>
          </p:nvPr>
        </p:nvSpPr>
        <p:spPr bwMode="auto"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  <a:defRPr/>
            </a:pPr>
            <a:endParaRPr lang="en-US" sz="1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7475036" name="PlaceHolder 2"/>
          <p:cNvSpPr>
            <a:spLocks noGrp="1"/>
          </p:cNvSpPr>
          <p:nvPr>
            <p:ph/>
          </p:nvPr>
        </p:nvSpPr>
        <p:spPr bwMode="auto"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  <a:defRPr/>
            </a:pPr>
            <a:endParaRPr lang="en-US" sz="2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2109253799" name="PlaceHolder 3"/>
          <p:cNvSpPr>
            <a:spLocks noGrp="1"/>
          </p:cNvSpPr>
          <p:nvPr>
            <p:ph/>
          </p:nvPr>
        </p:nvSpPr>
        <p:spPr bwMode="auto"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  <a:defRPr/>
            </a:pPr>
            <a:endParaRPr lang="en-US" sz="2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2029331119" name="PlaceHolder 4"/>
          <p:cNvSpPr>
            <a:spLocks noGrp="1"/>
          </p:cNvSpPr>
          <p:nvPr>
            <p:ph type="ftr" idx="17"/>
          </p:nvPr>
        </p:nvSpPr>
        <p:spPr bwMode="auto"/>
        <p:txBody>
          <a:bodyPr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642348577" name="PlaceHolder 5"/>
          <p:cNvSpPr>
            <a:spLocks noGrp="1"/>
          </p:cNvSpPr>
          <p:nvPr>
            <p:ph type="sldNum" idx="18"/>
          </p:nvPr>
        </p:nvSpPr>
        <p:spPr bwMode="auto"/>
        <p:txBody>
          <a:bodyPr/>
          <a:p>
            <a:pPr>
              <a:defRPr/>
            </a:pPr>
            <a:fld id="{E3ED98F8-D08A-439D-8FCD-2E3CCDD51E40}" type="slidenum">
              <a:rPr/>
              <a:t>&lt;#&gt;</a:t>
            </a:fld>
            <a:endParaRPr/>
          </a:p>
        </p:txBody>
      </p:sp>
      <p:sp>
        <p:nvSpPr>
          <p:cNvPr id="1631423990" name="PlaceHolder 6"/>
          <p:cNvSpPr>
            <a:spLocks noGrp="1"/>
          </p:cNvSpPr>
          <p:nvPr>
            <p:ph type="dt" idx="16"/>
          </p:nvPr>
        </p:nvSpPr>
        <p:spPr bwMode="auto"/>
        <p:txBody>
          <a:bodyPr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비교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64361090" name="PlaceHolder 1"/>
          <p:cNvSpPr>
            <a:spLocks noGrp="1"/>
          </p:cNvSpPr>
          <p:nvPr>
            <p:ph type="ftr" idx="20"/>
          </p:nvPr>
        </p:nvSpPr>
        <p:spPr bwMode="auto"/>
        <p:txBody>
          <a:bodyPr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495592652" name="PlaceHolder 2"/>
          <p:cNvSpPr>
            <a:spLocks noGrp="1"/>
          </p:cNvSpPr>
          <p:nvPr>
            <p:ph type="sldNum" idx="21"/>
          </p:nvPr>
        </p:nvSpPr>
        <p:spPr bwMode="auto"/>
        <p:txBody>
          <a:bodyPr/>
          <a:p>
            <a:pPr>
              <a:defRPr/>
            </a:pPr>
            <a:fld id="{D8B83109-D72A-4FCB-A459-34083E804B44}" type="slidenum">
              <a:rPr/>
              <a:t>&lt;#&gt;</a:t>
            </a:fld>
            <a:endParaRPr/>
          </a:p>
        </p:txBody>
      </p:sp>
      <p:sp>
        <p:nvSpPr>
          <p:cNvPr id="1100476148" name="PlaceHolder 3"/>
          <p:cNvSpPr>
            <a:spLocks noGrp="1"/>
          </p:cNvSpPr>
          <p:nvPr>
            <p:ph type="dt" idx="19"/>
          </p:nvPr>
        </p:nvSpPr>
        <p:spPr bwMode="auto"/>
        <p:txBody>
          <a:bodyPr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제목만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1876169" name="PlaceHolder 1"/>
          <p:cNvSpPr>
            <a:spLocks noGrp="1"/>
          </p:cNvSpPr>
          <p:nvPr>
            <p:ph type="title"/>
          </p:nvPr>
        </p:nvSpPr>
        <p:spPr bwMode="auto"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  <a:defRPr/>
            </a:pPr>
            <a:endParaRPr lang="en-US" sz="1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894441567" name="PlaceHolder 2"/>
          <p:cNvSpPr>
            <a:spLocks noGrp="1"/>
          </p:cNvSpPr>
          <p:nvPr>
            <p:ph type="ftr" idx="23"/>
          </p:nvPr>
        </p:nvSpPr>
        <p:spPr bwMode="auto"/>
        <p:txBody>
          <a:bodyPr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1999087045" name="PlaceHolder 3"/>
          <p:cNvSpPr>
            <a:spLocks noGrp="1"/>
          </p:cNvSpPr>
          <p:nvPr>
            <p:ph type="sldNum" idx="24"/>
          </p:nvPr>
        </p:nvSpPr>
        <p:spPr bwMode="auto"/>
        <p:txBody>
          <a:bodyPr/>
          <a:p>
            <a:pPr>
              <a:defRPr/>
            </a:pPr>
            <a:fld id="{8F78D67D-4D4B-41F7-8ECB-7221A64514E4}" type="slidenum">
              <a:rPr/>
              <a:t>&lt;#&gt;</a:t>
            </a:fld>
            <a:endParaRPr/>
          </a:p>
        </p:txBody>
      </p:sp>
      <p:sp>
        <p:nvSpPr>
          <p:cNvPr id="1448739358" name="PlaceHolder 4"/>
          <p:cNvSpPr>
            <a:spLocks noGrp="1"/>
          </p:cNvSpPr>
          <p:nvPr>
            <p:ph type="dt" idx="22"/>
          </p:nvPr>
        </p:nvSpPr>
        <p:spPr bwMode="auto"/>
        <p:txBody>
          <a:bodyPr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빈 화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3989215" name="PlaceHolder 1"/>
          <p:cNvSpPr>
            <a:spLocks noGrp="1"/>
          </p:cNvSpPr>
          <p:nvPr>
            <p:ph type="ftr" idx="26"/>
          </p:nvPr>
        </p:nvSpPr>
        <p:spPr bwMode="auto"/>
        <p:txBody>
          <a:bodyPr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1186418604" name="PlaceHolder 2"/>
          <p:cNvSpPr>
            <a:spLocks noGrp="1"/>
          </p:cNvSpPr>
          <p:nvPr>
            <p:ph type="sldNum" idx="27"/>
          </p:nvPr>
        </p:nvSpPr>
        <p:spPr bwMode="auto"/>
        <p:txBody>
          <a:bodyPr/>
          <a:p>
            <a:pPr>
              <a:defRPr/>
            </a:pPr>
            <a:fld id="{3B138B26-9BAF-47DD-BABB-BD9E46392C07}" type="slidenum">
              <a:rPr/>
              <a:t>&lt;#&gt;</a:t>
            </a:fld>
            <a:endParaRPr/>
          </a:p>
        </p:txBody>
      </p:sp>
      <p:sp>
        <p:nvSpPr>
          <p:cNvPr id="1117046843" name="PlaceHolder 3"/>
          <p:cNvSpPr>
            <a:spLocks noGrp="1"/>
          </p:cNvSpPr>
          <p:nvPr>
            <p:ph type="dt" idx="25"/>
          </p:nvPr>
        </p:nvSpPr>
        <p:spPr bwMode="auto"/>
        <p:txBody>
          <a:bodyPr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캡션 있는 콘텐츠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6732451" name="PlaceHolder 1"/>
          <p:cNvSpPr>
            <a:spLocks noGrp="1"/>
          </p:cNvSpPr>
          <p:nvPr>
            <p:ph type="ftr" idx="29"/>
          </p:nvPr>
        </p:nvSpPr>
        <p:spPr bwMode="auto"/>
        <p:txBody>
          <a:bodyPr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1065232809" name="PlaceHolder 2"/>
          <p:cNvSpPr>
            <a:spLocks noGrp="1"/>
          </p:cNvSpPr>
          <p:nvPr>
            <p:ph type="sldNum" idx="30"/>
          </p:nvPr>
        </p:nvSpPr>
        <p:spPr bwMode="auto"/>
        <p:txBody>
          <a:bodyPr/>
          <a:p>
            <a:pPr>
              <a:defRPr/>
            </a:pPr>
            <a:fld id="{7B0AF4AA-6376-424F-A2AD-2C02133E899F}" type="slidenum">
              <a:rPr/>
              <a:t>&lt;#&gt;</a:t>
            </a:fld>
            <a:endParaRPr/>
          </a:p>
        </p:txBody>
      </p:sp>
      <p:sp>
        <p:nvSpPr>
          <p:cNvPr id="151907767" name="PlaceHolder 3"/>
          <p:cNvSpPr>
            <a:spLocks noGrp="1"/>
          </p:cNvSpPr>
          <p:nvPr>
            <p:ph type="dt" idx="28"/>
          </p:nvPr>
        </p:nvSpPr>
        <p:spPr bwMode="auto"/>
        <p:txBody>
          <a:bodyPr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캡션 있는 그림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2903776" name="PlaceHolder 1"/>
          <p:cNvSpPr>
            <a:spLocks noGrp="1"/>
          </p:cNvSpPr>
          <p:nvPr>
            <p:ph type="ftr" idx="32"/>
          </p:nvPr>
        </p:nvSpPr>
        <p:spPr bwMode="auto"/>
        <p:txBody>
          <a:bodyPr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716657190" name="PlaceHolder 2"/>
          <p:cNvSpPr>
            <a:spLocks noGrp="1"/>
          </p:cNvSpPr>
          <p:nvPr>
            <p:ph type="sldNum" idx="33"/>
          </p:nvPr>
        </p:nvSpPr>
        <p:spPr bwMode="auto"/>
        <p:txBody>
          <a:bodyPr/>
          <a:p>
            <a:pPr>
              <a:defRPr/>
            </a:pPr>
            <a:fld id="{3477E9D4-463C-4728-A70D-6E677FCD0AD9}" type="slidenum">
              <a:rPr/>
              <a:t>&lt;#&gt;</a:t>
            </a:fld>
            <a:endParaRPr/>
          </a:p>
        </p:txBody>
      </p:sp>
      <p:sp>
        <p:nvSpPr>
          <p:cNvPr id="630124283" name="PlaceHolder 3"/>
          <p:cNvSpPr>
            <a:spLocks noGrp="1"/>
          </p:cNvSpPr>
          <p:nvPr>
            <p:ph type="dt" idx="31"/>
          </p:nvPr>
        </p:nvSpPr>
        <p:spPr bwMode="auto"/>
        <p:txBody>
          <a:bodyPr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_rels/slideMaster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theme" Target="../theme/theme2.xml"/></Relationships>
</file>

<file path=ppt/slideMasters/_rels/slideMaster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theme" Target="../theme/theme3.xml"/></Relationships>
</file>

<file path=ppt/slideMasters/_rels/slideMaster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theme" Target="../theme/theme4.xml"/></Relationships>
</file>

<file path=ppt/slideMasters/_rels/slideMaster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theme" Target="../theme/theme5.xml"/></Relationships>
</file>

<file path=ppt/slideMasters/_rels/slideMaster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theme" Target="../theme/theme6.xml"/></Relationships>
</file>

<file path=ppt/slideMasters/_rels/slideMaster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theme" Target="../theme/theme7.xml"/></Relationships>
</file>

<file path=ppt/slideMasters/_rels/slideMaster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theme" Target="../theme/theme8.xml"/></Relationships>
</file>

<file path=ppt/slideMasters/_rels/slideMaster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theme" Target="../theme/theme9.xml"/></Relationships>
</file>

<file path=ppt/slideMasters/_rels/slideMaster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theme" Target="../theme/theme10.xml"/></Relationships>
</file>

<file path=ppt/slideMasters/_rels/slideMaster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1745049" name="PlaceHolder 1"/>
          <p:cNvSpPr>
            <a:spLocks noGrp="1"/>
          </p:cNvSpPr>
          <p:nvPr>
            <p:ph type="title"/>
          </p:nvPr>
        </p:nvSpPr>
        <p:spPr bwMode="auto"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  <a:defRPr/>
            </a:pPr>
            <a:r>
              <a:rPr lang="ko-KR" sz="6000" b="0" strike="noStrike" spc="-1">
                <a:solidFill>
                  <a:schemeClr val="dk1"/>
                </a:solidFill>
                <a:latin typeface="Arial"/>
                <a:ea typeface="Arial"/>
              </a:rPr>
              <a:t>마스터 제목 스타일 편집</a:t>
            </a:r>
            <a:endParaRPr lang="en-US" sz="60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656190527" name="PlaceHolder 2"/>
          <p:cNvSpPr>
            <a:spLocks noGrp="1"/>
          </p:cNvSpPr>
          <p:nvPr>
            <p:ph type="dt" idx="1"/>
          </p:nvPr>
        </p:nvSpPr>
        <p:spPr bwMode="auto"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  <a:defRPr/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</a:rPr>
              <a:t>&lt;date/time&gt;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19173362" name="PlaceHolder 3"/>
          <p:cNvSpPr>
            <a:spLocks noGrp="1"/>
          </p:cNvSpPr>
          <p:nvPr>
            <p:ph type="ftr" idx="2"/>
          </p:nvPr>
        </p:nvSpPr>
        <p:spPr bwMode="auto"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  <a:defRPr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25195820" name="PlaceHolder 4"/>
          <p:cNvSpPr>
            <a:spLocks noGrp="1"/>
          </p:cNvSpPr>
          <p:nvPr>
            <p:ph type="sldNum" idx="3"/>
          </p:nvPr>
        </p:nvSpPr>
        <p:spPr bwMode="auto"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defRPr/>
            </a:pPr>
            <a:fld id="{C438BA92-69DC-4832-9E52-37E1F2D047C1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</a:rPr>
              <a:t>&lt;number&gt;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83129940" name="PlaceHolder 5"/>
          <p:cNvSpPr>
            <a:spLocks noGrp="1"/>
          </p:cNvSpPr>
          <p:nvPr>
            <p:ph type="body"/>
          </p:nvPr>
        </p:nvSpPr>
        <p:spPr bwMode="auto"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Click to edit the outline text format</a:t>
            </a:r>
            <a:endParaRPr lang="en-US" sz="2800" b="0" strike="noStrike" spc="-1">
              <a:solidFill>
                <a:schemeClr val="dk1"/>
              </a:solidFill>
              <a:latin typeface="Arial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en-US" sz="2000" b="0" strike="noStrike" spc="-1">
                <a:solidFill>
                  <a:schemeClr val="dk1"/>
                </a:solidFill>
                <a:latin typeface="Arial"/>
              </a:rPr>
              <a:t>Second Outline Level</a:t>
            </a:r>
            <a:endParaRPr lang="en-US" sz="2000" b="0" strike="noStrike" spc="-1">
              <a:solidFill>
                <a:schemeClr val="dk1"/>
              </a:solidFill>
              <a:latin typeface="Arial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Third Outline Level</a:t>
            </a:r>
            <a:endParaRPr lang="en-US" sz="1800" b="0" strike="noStrike" spc="-1">
              <a:solidFill>
                <a:schemeClr val="dk1"/>
              </a:solidFill>
              <a:latin typeface="Arial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Fourth Outline Level</a:t>
            </a:r>
            <a:endParaRPr lang="en-US" sz="1800" b="0" strike="noStrike" spc="-1">
              <a:solidFill>
                <a:schemeClr val="dk1"/>
              </a:solidFill>
              <a:latin typeface="Arial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2000" b="0" strike="noStrike" spc="-1">
                <a:solidFill>
                  <a:schemeClr val="dk1"/>
                </a:solidFill>
                <a:latin typeface="Arial"/>
              </a:rPr>
              <a:t>Fifth Outline Level</a:t>
            </a:r>
            <a:endParaRPr lang="en-US" sz="2000" b="0" strike="noStrike" spc="-1">
              <a:solidFill>
                <a:schemeClr val="dk1"/>
              </a:solidFill>
              <a:latin typeface="Arial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2000" b="0" strike="noStrike" spc="-1">
                <a:solidFill>
                  <a:schemeClr val="dk1"/>
                </a:solidFill>
                <a:latin typeface="Arial"/>
              </a:rPr>
              <a:t>Sixth Outline Level</a:t>
            </a:r>
            <a:endParaRPr lang="en-US" sz="2000" b="0" strike="noStrike" spc="-1">
              <a:solidFill>
                <a:schemeClr val="dk1"/>
              </a:solidFill>
              <a:latin typeface="Arial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2000" b="0" strike="noStrike" spc="-1">
                <a:solidFill>
                  <a:schemeClr val="dk1"/>
                </a:solidFill>
                <a:latin typeface="Arial"/>
              </a:rPr>
              <a:t>Seventh Outline Level</a:t>
            </a:r>
            <a:endParaRPr lang="en-US" sz="2000" b="0" strike="noStrike" spc="-1">
              <a:solidFill>
                <a:schemeClr val="dk1"/>
              </a:solidFill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3077384" name="PlaceHolder 1"/>
          <p:cNvSpPr>
            <a:spLocks noGrp="1"/>
          </p:cNvSpPr>
          <p:nvPr>
            <p:ph type="title"/>
          </p:nvPr>
        </p:nvSpPr>
        <p:spPr bwMode="auto"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defTabSz="914400">
              <a:lnSpc>
                <a:spcPct val="90000"/>
              </a:lnSpc>
              <a:buNone/>
              <a:defRPr/>
            </a:pPr>
            <a:r>
              <a:rPr lang="ko-KR" sz="4400" b="0" strike="noStrike" spc="-1">
                <a:solidFill>
                  <a:schemeClr val="dk1"/>
                </a:solidFill>
                <a:latin typeface="Arial"/>
                <a:ea typeface="Arial"/>
              </a:rPr>
              <a:t>마스터 제목 스타일 편집</a:t>
            </a:r>
            <a:endParaRPr lang="en-US" sz="44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413290972" name="PlaceHolder 2"/>
          <p:cNvSpPr>
            <a:spLocks noGrp="1"/>
          </p:cNvSpPr>
          <p:nvPr>
            <p:ph type="body"/>
          </p:nvPr>
        </p:nvSpPr>
        <p:spPr bwMode="auto"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ko-KR" sz="2800" b="0" strike="noStrike" spc="-1">
                <a:solidFill>
                  <a:schemeClr val="dk1"/>
                </a:solidFill>
                <a:latin typeface="Arial"/>
                <a:ea typeface="Arial"/>
              </a:rPr>
              <a:t>마스터 텍스트 스타일을 편집합니다</a:t>
            </a:r>
            <a:endParaRPr lang="en-US" sz="2800" b="0" strike="noStrike" spc="-1">
              <a:solidFill>
                <a:schemeClr val="dk1"/>
              </a:solidFill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ko-KR" sz="2400" b="0" strike="noStrike" spc="-1">
                <a:solidFill>
                  <a:schemeClr val="dk1"/>
                </a:solidFill>
                <a:latin typeface="Arial"/>
                <a:ea typeface="Arial"/>
              </a:rPr>
              <a:t>둘째 수준</a:t>
            </a:r>
            <a:endParaRPr lang="en-US" sz="2400" b="0" strike="noStrike" spc="-1">
              <a:solidFill>
                <a:schemeClr val="dk1"/>
              </a:solidFill>
              <a:latin typeface="Arial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ko-KR" sz="2000" b="0" strike="noStrike" spc="-1">
                <a:solidFill>
                  <a:schemeClr val="dk1"/>
                </a:solidFill>
                <a:latin typeface="Arial"/>
                <a:ea typeface="Arial"/>
              </a:rPr>
              <a:t>셋째 수준</a:t>
            </a:r>
            <a:endParaRPr lang="en-US" sz="2000" b="0" strike="noStrike" spc="-1">
              <a:solidFill>
                <a:schemeClr val="dk1"/>
              </a:solidFill>
              <a:latin typeface="Arial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ko-KR" sz="1800" b="0" strike="noStrike" spc="-1">
                <a:solidFill>
                  <a:schemeClr val="dk1"/>
                </a:solidFill>
                <a:latin typeface="Arial"/>
                <a:ea typeface="Arial"/>
              </a:rPr>
              <a:t>넷째 수준</a:t>
            </a:r>
            <a:endParaRPr lang="en-US" sz="1800" b="0" strike="noStrike" spc="-1">
              <a:solidFill>
                <a:schemeClr val="dk1"/>
              </a:solidFill>
              <a:latin typeface="Arial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ko-KR" sz="1800" b="0" strike="noStrike" spc="-1">
                <a:solidFill>
                  <a:schemeClr val="dk1"/>
                </a:solidFill>
                <a:latin typeface="Arial"/>
                <a:ea typeface="Arial"/>
              </a:rPr>
              <a:t>다섯째 수준</a:t>
            </a:r>
            <a:endParaRPr lang="en-US" sz="1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198451027" name="PlaceHolder 3"/>
          <p:cNvSpPr>
            <a:spLocks noGrp="1"/>
          </p:cNvSpPr>
          <p:nvPr>
            <p:ph type="dt" idx="4"/>
          </p:nvPr>
        </p:nvSpPr>
        <p:spPr bwMode="auto"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  <a:defRPr/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</a:rPr>
              <a:t>&lt;date/time&gt;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53702972" name="PlaceHolder 4"/>
          <p:cNvSpPr>
            <a:spLocks noGrp="1"/>
          </p:cNvSpPr>
          <p:nvPr>
            <p:ph type="ftr" idx="5"/>
          </p:nvPr>
        </p:nvSpPr>
        <p:spPr bwMode="auto"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  <a:defRPr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3168428" name="PlaceHolder 5"/>
          <p:cNvSpPr>
            <a:spLocks noGrp="1"/>
          </p:cNvSpPr>
          <p:nvPr>
            <p:ph type="sldNum" idx="6"/>
          </p:nvPr>
        </p:nvSpPr>
        <p:spPr bwMode="auto"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defRPr/>
            </a:pPr>
            <a:fld id="{B65086B1-96AC-458C-9EB8-CC33650F8B1B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</a:rPr>
              <a:t>&lt;number&gt;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</p:sldLayoutId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6724545" name="PlaceHolder 1"/>
          <p:cNvSpPr>
            <a:spLocks noGrp="1"/>
          </p:cNvSpPr>
          <p:nvPr>
            <p:ph type="title"/>
          </p:nvPr>
        </p:nvSpPr>
        <p:spPr bwMode="auto">
          <a:xfrm>
            <a:off x="8724960" y="365040"/>
            <a:ext cx="2628720" cy="581148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ctr">
            <a:noAutofit/>
          </a:bodyPr>
          <a:p>
            <a:pPr indent="0" defTabSz="914400">
              <a:lnSpc>
                <a:spcPct val="90000"/>
              </a:lnSpc>
              <a:buNone/>
              <a:defRPr/>
            </a:pPr>
            <a:r>
              <a:rPr lang="ko-KR" sz="4400" b="0" strike="noStrike" spc="-1">
                <a:solidFill>
                  <a:schemeClr val="dk1"/>
                </a:solidFill>
                <a:latin typeface="Arial"/>
                <a:ea typeface="Arial"/>
              </a:rPr>
              <a:t>마스터 제목 스타일 편집</a:t>
            </a:r>
            <a:endParaRPr lang="en-US" sz="44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836198888" name="PlaceHolder 2"/>
          <p:cNvSpPr>
            <a:spLocks noGrp="1"/>
          </p:cNvSpPr>
          <p:nvPr>
            <p:ph type="body"/>
          </p:nvPr>
        </p:nvSpPr>
        <p:spPr bwMode="auto">
          <a:xfrm>
            <a:off x="838080" y="365040"/>
            <a:ext cx="7733880" cy="581148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ko-KR" sz="2800" b="0" strike="noStrike" spc="-1">
                <a:solidFill>
                  <a:schemeClr val="dk1"/>
                </a:solidFill>
                <a:latin typeface="Arial"/>
                <a:ea typeface="Arial"/>
              </a:rPr>
              <a:t>마스터 텍스트 스타일을 편집합니다</a:t>
            </a:r>
            <a:endParaRPr lang="en-US" sz="2800" b="0" strike="noStrike" spc="-1">
              <a:solidFill>
                <a:schemeClr val="dk1"/>
              </a:solidFill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ko-KR" sz="2400" b="0" strike="noStrike" spc="-1">
                <a:solidFill>
                  <a:schemeClr val="dk1"/>
                </a:solidFill>
                <a:latin typeface="Arial"/>
                <a:ea typeface="Arial"/>
              </a:rPr>
              <a:t>둘째 수준</a:t>
            </a:r>
            <a:endParaRPr lang="en-US" sz="2400" b="0" strike="noStrike" spc="-1">
              <a:solidFill>
                <a:schemeClr val="dk1"/>
              </a:solidFill>
              <a:latin typeface="Arial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ko-KR" sz="2000" b="0" strike="noStrike" spc="-1">
                <a:solidFill>
                  <a:schemeClr val="dk1"/>
                </a:solidFill>
                <a:latin typeface="Arial"/>
                <a:ea typeface="Arial"/>
              </a:rPr>
              <a:t>셋째 수준</a:t>
            </a:r>
            <a:endParaRPr lang="en-US" sz="2000" b="0" strike="noStrike" spc="-1">
              <a:solidFill>
                <a:schemeClr val="dk1"/>
              </a:solidFill>
              <a:latin typeface="Arial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ko-KR" sz="1800" b="0" strike="noStrike" spc="-1">
                <a:solidFill>
                  <a:schemeClr val="dk1"/>
                </a:solidFill>
                <a:latin typeface="Arial"/>
                <a:ea typeface="Arial"/>
              </a:rPr>
              <a:t>넷째 수준</a:t>
            </a:r>
            <a:endParaRPr lang="en-US" sz="1800" b="0" strike="noStrike" spc="-1">
              <a:solidFill>
                <a:schemeClr val="dk1"/>
              </a:solidFill>
              <a:latin typeface="Arial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ko-KR" sz="1800" b="0" strike="noStrike" spc="-1">
                <a:solidFill>
                  <a:schemeClr val="dk1"/>
                </a:solidFill>
                <a:latin typeface="Arial"/>
                <a:ea typeface="Arial"/>
              </a:rPr>
              <a:t>다섯째 수준</a:t>
            </a:r>
            <a:endParaRPr lang="en-US" sz="1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805059561" name="PlaceHolder 3"/>
          <p:cNvSpPr>
            <a:spLocks noGrp="1"/>
          </p:cNvSpPr>
          <p:nvPr>
            <p:ph type="dt" idx="7"/>
          </p:nvPr>
        </p:nvSpPr>
        <p:spPr bwMode="auto"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  <a:defRPr/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</a:rPr>
              <a:t>&lt;date/time&gt;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55909264" name="PlaceHolder 4"/>
          <p:cNvSpPr>
            <a:spLocks noGrp="1"/>
          </p:cNvSpPr>
          <p:nvPr>
            <p:ph type="ftr" idx="8"/>
          </p:nvPr>
        </p:nvSpPr>
        <p:spPr bwMode="auto"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  <a:defRPr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1642944" name="PlaceHolder 5"/>
          <p:cNvSpPr>
            <a:spLocks noGrp="1"/>
          </p:cNvSpPr>
          <p:nvPr>
            <p:ph type="sldNum" idx="9"/>
          </p:nvPr>
        </p:nvSpPr>
        <p:spPr bwMode="auto"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defRPr/>
            </a:pPr>
            <a:fld id="{7119F276-E9D4-4962-875B-C958409AB432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</a:rPr>
              <a:t>&lt;number&gt;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</p:sldLayoutId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3387883" name="PlaceHolder 1"/>
          <p:cNvSpPr>
            <a:spLocks noGrp="1"/>
          </p:cNvSpPr>
          <p:nvPr>
            <p:ph type="title"/>
          </p:nvPr>
        </p:nvSpPr>
        <p:spPr bwMode="auto"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defTabSz="914400">
              <a:lnSpc>
                <a:spcPct val="90000"/>
              </a:lnSpc>
              <a:buNone/>
              <a:defRPr/>
            </a:pPr>
            <a:r>
              <a:rPr lang="ko-KR" sz="4400" b="0" strike="noStrike" spc="-1">
                <a:solidFill>
                  <a:schemeClr val="dk1"/>
                </a:solidFill>
                <a:latin typeface="Arial"/>
                <a:ea typeface="Arial"/>
              </a:rPr>
              <a:t>마스터 제목 스타일 편집</a:t>
            </a:r>
            <a:endParaRPr lang="en-US" sz="44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164784622" name="PlaceHolder 2"/>
          <p:cNvSpPr>
            <a:spLocks noGrp="1"/>
          </p:cNvSpPr>
          <p:nvPr>
            <p:ph type="body"/>
          </p:nvPr>
        </p:nvSpPr>
        <p:spPr bwMode="auto"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ko-KR" sz="2800" b="0" strike="noStrike" spc="-1">
                <a:solidFill>
                  <a:schemeClr val="dk1"/>
                </a:solidFill>
                <a:latin typeface="Arial"/>
                <a:ea typeface="Arial"/>
              </a:rPr>
              <a:t>마스터 텍스트 스타일을 편집합니다</a:t>
            </a:r>
            <a:endParaRPr lang="en-US" sz="2800" b="0" strike="noStrike" spc="-1">
              <a:solidFill>
                <a:schemeClr val="dk1"/>
              </a:solidFill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ko-KR" sz="2400" b="0" strike="noStrike" spc="-1">
                <a:solidFill>
                  <a:schemeClr val="dk1"/>
                </a:solidFill>
                <a:latin typeface="Arial"/>
                <a:ea typeface="Arial"/>
              </a:rPr>
              <a:t>둘째 수준</a:t>
            </a:r>
            <a:endParaRPr lang="en-US" sz="2400" b="0" strike="noStrike" spc="-1">
              <a:solidFill>
                <a:schemeClr val="dk1"/>
              </a:solidFill>
              <a:latin typeface="Arial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ko-KR" sz="2000" b="0" strike="noStrike" spc="-1">
                <a:solidFill>
                  <a:schemeClr val="dk1"/>
                </a:solidFill>
                <a:latin typeface="Arial"/>
                <a:ea typeface="Arial"/>
              </a:rPr>
              <a:t>셋째 수준</a:t>
            </a:r>
            <a:endParaRPr lang="en-US" sz="2000" b="0" strike="noStrike" spc="-1">
              <a:solidFill>
                <a:schemeClr val="dk1"/>
              </a:solidFill>
              <a:latin typeface="Arial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ko-KR" sz="1800" b="0" strike="noStrike" spc="-1">
                <a:solidFill>
                  <a:schemeClr val="dk1"/>
                </a:solidFill>
                <a:latin typeface="Arial"/>
                <a:ea typeface="Arial"/>
              </a:rPr>
              <a:t>넷째 수준</a:t>
            </a:r>
            <a:endParaRPr lang="en-US" sz="1800" b="0" strike="noStrike" spc="-1">
              <a:solidFill>
                <a:schemeClr val="dk1"/>
              </a:solidFill>
              <a:latin typeface="Arial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ko-KR" sz="1800" b="0" strike="noStrike" spc="-1">
                <a:solidFill>
                  <a:schemeClr val="dk1"/>
                </a:solidFill>
                <a:latin typeface="Arial"/>
                <a:ea typeface="Arial"/>
              </a:rPr>
              <a:t>다섯째 수준</a:t>
            </a:r>
            <a:endParaRPr lang="en-US" sz="1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1012336381" name="PlaceHolder 3"/>
          <p:cNvSpPr>
            <a:spLocks noGrp="1"/>
          </p:cNvSpPr>
          <p:nvPr>
            <p:ph type="dt" idx="10"/>
          </p:nvPr>
        </p:nvSpPr>
        <p:spPr bwMode="auto"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  <a:defRPr/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</a:rPr>
              <a:t>&lt;date/time&gt;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7041352" name="PlaceHolder 4"/>
          <p:cNvSpPr>
            <a:spLocks noGrp="1"/>
          </p:cNvSpPr>
          <p:nvPr>
            <p:ph type="ftr" idx="11"/>
          </p:nvPr>
        </p:nvSpPr>
        <p:spPr bwMode="auto"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  <a:defRPr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0322183" name="PlaceHolder 5"/>
          <p:cNvSpPr>
            <a:spLocks noGrp="1"/>
          </p:cNvSpPr>
          <p:nvPr>
            <p:ph type="sldNum" idx="12"/>
          </p:nvPr>
        </p:nvSpPr>
        <p:spPr bwMode="auto"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defRPr/>
            </a:pPr>
            <a:fld id="{593B162C-8E5F-4D1B-A900-2EF13F3380C0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</a:rPr>
              <a:t>&lt;number&gt;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</p:sldLayoutId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8400396" name="PlaceHolder 1"/>
          <p:cNvSpPr>
            <a:spLocks noGrp="1"/>
          </p:cNvSpPr>
          <p:nvPr>
            <p:ph type="title"/>
          </p:nvPr>
        </p:nvSpPr>
        <p:spPr bwMode="auto"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defTabSz="914400">
              <a:lnSpc>
                <a:spcPct val="90000"/>
              </a:lnSpc>
              <a:buNone/>
              <a:defRPr/>
            </a:pPr>
            <a:r>
              <a:rPr lang="ko-KR" sz="6000" b="0" strike="noStrike" spc="-1">
                <a:solidFill>
                  <a:schemeClr val="dk1"/>
                </a:solidFill>
                <a:latin typeface="Arial"/>
                <a:ea typeface="Arial"/>
              </a:rPr>
              <a:t>마스터 제목 스타일 편집</a:t>
            </a:r>
            <a:endParaRPr lang="en-US" sz="60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826361426" name="PlaceHolder 2"/>
          <p:cNvSpPr>
            <a:spLocks noGrp="1"/>
          </p:cNvSpPr>
          <p:nvPr>
            <p:ph type="body"/>
          </p:nvPr>
        </p:nvSpPr>
        <p:spPr bwMode="auto">
          <a:xfrm>
            <a:off x="831960" y="4589640"/>
            <a:ext cx="10515240" cy="1499759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/>
            </a:pPr>
            <a:r>
              <a:rPr lang="ko-KR" sz="2400" b="0" strike="noStrike" spc="-1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</a:rPr>
              <a:t>마스터 텍스트 스타일을 편집합니다</a:t>
            </a:r>
            <a:endParaRPr lang="en-US" sz="24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1767068267" name="PlaceHolder 3"/>
          <p:cNvSpPr>
            <a:spLocks noGrp="1"/>
          </p:cNvSpPr>
          <p:nvPr>
            <p:ph type="dt" idx="13"/>
          </p:nvPr>
        </p:nvSpPr>
        <p:spPr bwMode="auto"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  <a:defRPr/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</a:rPr>
              <a:t>&lt;date/time&gt;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3330745" name="PlaceHolder 4"/>
          <p:cNvSpPr>
            <a:spLocks noGrp="1"/>
          </p:cNvSpPr>
          <p:nvPr>
            <p:ph type="ftr" idx="14"/>
          </p:nvPr>
        </p:nvSpPr>
        <p:spPr bwMode="auto"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  <a:defRPr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21015658" name="PlaceHolder 5"/>
          <p:cNvSpPr>
            <a:spLocks noGrp="1"/>
          </p:cNvSpPr>
          <p:nvPr>
            <p:ph type="sldNum" idx="15"/>
          </p:nvPr>
        </p:nvSpPr>
        <p:spPr bwMode="auto"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defRPr/>
            </a:pPr>
            <a:fld id="{C2D13645-A10B-4528-A2BF-59FBE6DD5CEF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</a:rPr>
              <a:t>&lt;number&gt;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</p:sldLayoutIdLst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9891333" name="PlaceHolder 1"/>
          <p:cNvSpPr>
            <a:spLocks noGrp="1"/>
          </p:cNvSpPr>
          <p:nvPr>
            <p:ph type="title"/>
          </p:nvPr>
        </p:nvSpPr>
        <p:spPr bwMode="auto"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defTabSz="914400">
              <a:lnSpc>
                <a:spcPct val="90000"/>
              </a:lnSpc>
              <a:buNone/>
              <a:defRPr/>
            </a:pPr>
            <a:r>
              <a:rPr lang="ko-KR" sz="4400" b="0" strike="noStrike" spc="-1">
                <a:solidFill>
                  <a:schemeClr val="dk1"/>
                </a:solidFill>
                <a:latin typeface="Arial"/>
                <a:ea typeface="Arial"/>
              </a:rPr>
              <a:t>마스터 제목 스타일 편집</a:t>
            </a:r>
            <a:endParaRPr lang="en-US" sz="44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943185937" name="PlaceHolder 2"/>
          <p:cNvSpPr>
            <a:spLocks noGrp="1"/>
          </p:cNvSpPr>
          <p:nvPr>
            <p:ph type="body"/>
          </p:nvPr>
        </p:nvSpPr>
        <p:spPr bwMode="auto"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ko-KR" sz="2800" b="0" strike="noStrike" spc="-1">
                <a:solidFill>
                  <a:schemeClr val="dk1"/>
                </a:solidFill>
                <a:latin typeface="Arial"/>
                <a:ea typeface="Arial"/>
              </a:rPr>
              <a:t>마스터 텍스트 스타일을 편집합니다</a:t>
            </a:r>
            <a:endParaRPr lang="en-US" sz="2800" b="0" strike="noStrike" spc="-1">
              <a:solidFill>
                <a:schemeClr val="dk1"/>
              </a:solidFill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ko-KR" sz="2400" b="0" strike="noStrike" spc="-1">
                <a:solidFill>
                  <a:schemeClr val="dk1"/>
                </a:solidFill>
                <a:latin typeface="Arial"/>
                <a:ea typeface="Arial"/>
              </a:rPr>
              <a:t>둘째 수준</a:t>
            </a:r>
            <a:endParaRPr lang="en-US" sz="2400" b="0" strike="noStrike" spc="-1">
              <a:solidFill>
                <a:schemeClr val="dk1"/>
              </a:solidFill>
              <a:latin typeface="Arial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ko-KR" sz="2000" b="0" strike="noStrike" spc="-1">
                <a:solidFill>
                  <a:schemeClr val="dk1"/>
                </a:solidFill>
                <a:latin typeface="Arial"/>
                <a:ea typeface="Arial"/>
              </a:rPr>
              <a:t>셋째 수준</a:t>
            </a:r>
            <a:endParaRPr lang="en-US" sz="2000" b="0" strike="noStrike" spc="-1">
              <a:solidFill>
                <a:schemeClr val="dk1"/>
              </a:solidFill>
              <a:latin typeface="Arial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ko-KR" sz="1800" b="0" strike="noStrike" spc="-1">
                <a:solidFill>
                  <a:schemeClr val="dk1"/>
                </a:solidFill>
                <a:latin typeface="Arial"/>
                <a:ea typeface="Arial"/>
              </a:rPr>
              <a:t>넷째 수준</a:t>
            </a:r>
            <a:endParaRPr lang="en-US" sz="1800" b="0" strike="noStrike" spc="-1">
              <a:solidFill>
                <a:schemeClr val="dk1"/>
              </a:solidFill>
              <a:latin typeface="Arial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ko-KR" sz="1800" b="0" strike="noStrike" spc="-1">
                <a:solidFill>
                  <a:schemeClr val="dk1"/>
                </a:solidFill>
                <a:latin typeface="Arial"/>
                <a:ea typeface="Arial"/>
              </a:rPr>
              <a:t>다섯째 수준</a:t>
            </a:r>
            <a:endParaRPr lang="en-US" sz="1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758825232" name="PlaceHolder 3"/>
          <p:cNvSpPr>
            <a:spLocks noGrp="1"/>
          </p:cNvSpPr>
          <p:nvPr>
            <p:ph type="body"/>
          </p:nvPr>
        </p:nvSpPr>
        <p:spPr bwMode="auto"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ko-KR" sz="2800" b="0" strike="noStrike" spc="-1">
                <a:solidFill>
                  <a:schemeClr val="dk1"/>
                </a:solidFill>
                <a:latin typeface="Arial"/>
                <a:ea typeface="Arial"/>
              </a:rPr>
              <a:t>마스터 텍스트 스타일을 편집합니다</a:t>
            </a:r>
            <a:endParaRPr lang="en-US" sz="2800" b="0" strike="noStrike" spc="-1">
              <a:solidFill>
                <a:schemeClr val="dk1"/>
              </a:solidFill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ko-KR" sz="2400" b="0" strike="noStrike" spc="-1">
                <a:solidFill>
                  <a:schemeClr val="dk1"/>
                </a:solidFill>
                <a:latin typeface="Arial"/>
                <a:ea typeface="Arial"/>
              </a:rPr>
              <a:t>둘째 수준</a:t>
            </a:r>
            <a:endParaRPr lang="en-US" sz="2400" b="0" strike="noStrike" spc="-1">
              <a:solidFill>
                <a:schemeClr val="dk1"/>
              </a:solidFill>
              <a:latin typeface="Arial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ko-KR" sz="2000" b="0" strike="noStrike" spc="-1">
                <a:solidFill>
                  <a:schemeClr val="dk1"/>
                </a:solidFill>
                <a:latin typeface="Arial"/>
                <a:ea typeface="Arial"/>
              </a:rPr>
              <a:t>셋째 수준</a:t>
            </a:r>
            <a:endParaRPr lang="en-US" sz="2000" b="0" strike="noStrike" spc="-1">
              <a:solidFill>
                <a:schemeClr val="dk1"/>
              </a:solidFill>
              <a:latin typeface="Arial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ko-KR" sz="1800" b="0" strike="noStrike" spc="-1">
                <a:solidFill>
                  <a:schemeClr val="dk1"/>
                </a:solidFill>
                <a:latin typeface="Arial"/>
                <a:ea typeface="Arial"/>
              </a:rPr>
              <a:t>넷째 수준</a:t>
            </a:r>
            <a:endParaRPr lang="en-US" sz="1800" b="0" strike="noStrike" spc="-1">
              <a:solidFill>
                <a:schemeClr val="dk1"/>
              </a:solidFill>
              <a:latin typeface="Arial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ko-KR" sz="1800" b="0" strike="noStrike" spc="-1">
                <a:solidFill>
                  <a:schemeClr val="dk1"/>
                </a:solidFill>
                <a:latin typeface="Arial"/>
                <a:ea typeface="Arial"/>
              </a:rPr>
              <a:t>다섯째 수준</a:t>
            </a:r>
            <a:endParaRPr lang="en-US" sz="1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2145986321" name="PlaceHolder 4"/>
          <p:cNvSpPr>
            <a:spLocks noGrp="1"/>
          </p:cNvSpPr>
          <p:nvPr>
            <p:ph type="dt" idx="16"/>
          </p:nvPr>
        </p:nvSpPr>
        <p:spPr bwMode="auto"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  <a:defRPr/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</a:rPr>
              <a:t>&lt;date/time&gt;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60048989" name="PlaceHolder 5"/>
          <p:cNvSpPr>
            <a:spLocks noGrp="1"/>
          </p:cNvSpPr>
          <p:nvPr>
            <p:ph type="ftr" idx="17"/>
          </p:nvPr>
        </p:nvSpPr>
        <p:spPr bwMode="auto"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  <a:defRPr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55073977" name="PlaceHolder 6"/>
          <p:cNvSpPr>
            <a:spLocks noGrp="1"/>
          </p:cNvSpPr>
          <p:nvPr>
            <p:ph type="sldNum" idx="18"/>
          </p:nvPr>
        </p:nvSpPr>
        <p:spPr bwMode="auto"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defRPr/>
            </a:pPr>
            <a:fld id="{ED86495F-6CB1-4F2A-BCC0-FDA74F939491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</a:rPr>
              <a:t>&lt;number&gt;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</p:sldLayoutIdLst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6476791" name="PlaceHolder 1"/>
          <p:cNvSpPr>
            <a:spLocks noGrp="1"/>
          </p:cNvSpPr>
          <p:nvPr>
            <p:ph type="title"/>
          </p:nvPr>
        </p:nvSpPr>
        <p:spPr bwMode="auto">
          <a:xfrm>
            <a:off x="839879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defTabSz="914400">
              <a:lnSpc>
                <a:spcPct val="90000"/>
              </a:lnSpc>
              <a:buNone/>
              <a:defRPr/>
            </a:pPr>
            <a:r>
              <a:rPr lang="ko-KR" sz="4400" b="0" strike="noStrike" spc="-1">
                <a:solidFill>
                  <a:schemeClr val="dk1"/>
                </a:solidFill>
                <a:latin typeface="Arial"/>
                <a:ea typeface="Arial"/>
              </a:rPr>
              <a:t>마스터 제목 스타일 편집</a:t>
            </a:r>
            <a:endParaRPr lang="en-US" sz="44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432352633" name="PlaceHolder 2"/>
          <p:cNvSpPr>
            <a:spLocks noGrp="1"/>
          </p:cNvSpPr>
          <p:nvPr>
            <p:ph type="body"/>
          </p:nvPr>
        </p:nvSpPr>
        <p:spPr bwMode="auto">
          <a:xfrm>
            <a:off x="839879" y="168120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/>
            </a:pPr>
            <a:r>
              <a:rPr lang="ko-KR" sz="2400" b="1" strike="noStrike" spc="-1">
                <a:solidFill>
                  <a:schemeClr val="dk1"/>
                </a:solidFill>
                <a:latin typeface="Arial"/>
                <a:ea typeface="Arial"/>
              </a:rPr>
              <a:t>마스터 텍스트 스타일을 편집합니다</a:t>
            </a:r>
            <a:endParaRPr lang="en-US" sz="24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1881518226" name="PlaceHolder 3"/>
          <p:cNvSpPr>
            <a:spLocks noGrp="1"/>
          </p:cNvSpPr>
          <p:nvPr>
            <p:ph type="body"/>
          </p:nvPr>
        </p:nvSpPr>
        <p:spPr bwMode="auto">
          <a:xfrm>
            <a:off x="839879" y="2505240"/>
            <a:ext cx="5157360" cy="368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ko-KR" sz="2800" b="0" strike="noStrike" spc="-1">
                <a:solidFill>
                  <a:schemeClr val="dk1"/>
                </a:solidFill>
                <a:latin typeface="Arial"/>
                <a:ea typeface="Arial"/>
              </a:rPr>
              <a:t>마스터 텍스트 스타일을 편집합니다</a:t>
            </a:r>
            <a:endParaRPr lang="en-US" sz="2800" b="0" strike="noStrike" spc="-1">
              <a:solidFill>
                <a:schemeClr val="dk1"/>
              </a:solidFill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ko-KR" sz="2400" b="0" strike="noStrike" spc="-1">
                <a:solidFill>
                  <a:schemeClr val="dk1"/>
                </a:solidFill>
                <a:latin typeface="Arial"/>
                <a:ea typeface="Arial"/>
              </a:rPr>
              <a:t>둘째 수준</a:t>
            </a:r>
            <a:endParaRPr lang="en-US" sz="2400" b="0" strike="noStrike" spc="-1">
              <a:solidFill>
                <a:schemeClr val="dk1"/>
              </a:solidFill>
              <a:latin typeface="Arial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ko-KR" sz="2000" b="0" strike="noStrike" spc="-1">
                <a:solidFill>
                  <a:schemeClr val="dk1"/>
                </a:solidFill>
                <a:latin typeface="Arial"/>
                <a:ea typeface="Arial"/>
              </a:rPr>
              <a:t>셋째 수준</a:t>
            </a:r>
            <a:endParaRPr lang="en-US" sz="2000" b="0" strike="noStrike" spc="-1">
              <a:solidFill>
                <a:schemeClr val="dk1"/>
              </a:solidFill>
              <a:latin typeface="Arial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ko-KR" sz="1800" b="0" strike="noStrike" spc="-1">
                <a:solidFill>
                  <a:schemeClr val="dk1"/>
                </a:solidFill>
                <a:latin typeface="Arial"/>
                <a:ea typeface="Arial"/>
              </a:rPr>
              <a:t>넷째 수준</a:t>
            </a:r>
            <a:endParaRPr lang="en-US" sz="1800" b="0" strike="noStrike" spc="-1">
              <a:solidFill>
                <a:schemeClr val="dk1"/>
              </a:solidFill>
              <a:latin typeface="Arial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ko-KR" sz="1800" b="0" strike="noStrike" spc="-1">
                <a:solidFill>
                  <a:schemeClr val="dk1"/>
                </a:solidFill>
                <a:latin typeface="Arial"/>
                <a:ea typeface="Arial"/>
              </a:rPr>
              <a:t>다섯째 수준</a:t>
            </a:r>
            <a:endParaRPr lang="en-US" sz="1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1009547412" name="PlaceHolder 4"/>
          <p:cNvSpPr>
            <a:spLocks noGrp="1"/>
          </p:cNvSpPr>
          <p:nvPr>
            <p:ph type="body"/>
          </p:nvPr>
        </p:nvSpPr>
        <p:spPr bwMode="auto">
          <a:xfrm>
            <a:off x="6172200" y="168120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/>
            </a:pPr>
            <a:r>
              <a:rPr lang="ko-KR" sz="2400" b="1" strike="noStrike" spc="-1">
                <a:solidFill>
                  <a:schemeClr val="dk1"/>
                </a:solidFill>
                <a:latin typeface="Arial"/>
                <a:ea typeface="Arial"/>
              </a:rPr>
              <a:t>마스터 텍스트 스타일을 편집합니다</a:t>
            </a:r>
            <a:endParaRPr lang="en-US" sz="24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874513544" name="PlaceHolder 5"/>
          <p:cNvSpPr>
            <a:spLocks noGrp="1"/>
          </p:cNvSpPr>
          <p:nvPr>
            <p:ph type="body"/>
          </p:nvPr>
        </p:nvSpPr>
        <p:spPr bwMode="auto">
          <a:xfrm>
            <a:off x="6172200" y="2505240"/>
            <a:ext cx="5182920" cy="368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ko-KR" sz="2800" b="0" strike="noStrike" spc="-1">
                <a:solidFill>
                  <a:schemeClr val="dk1"/>
                </a:solidFill>
                <a:latin typeface="Arial"/>
                <a:ea typeface="Arial"/>
              </a:rPr>
              <a:t>마스터 텍스트 스타일을 편집합니다</a:t>
            </a:r>
            <a:endParaRPr lang="en-US" sz="2800" b="0" strike="noStrike" spc="-1">
              <a:solidFill>
                <a:schemeClr val="dk1"/>
              </a:solidFill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ko-KR" sz="2400" b="0" strike="noStrike" spc="-1">
                <a:solidFill>
                  <a:schemeClr val="dk1"/>
                </a:solidFill>
                <a:latin typeface="Arial"/>
                <a:ea typeface="Arial"/>
              </a:rPr>
              <a:t>둘째 수준</a:t>
            </a:r>
            <a:endParaRPr lang="en-US" sz="2400" b="0" strike="noStrike" spc="-1">
              <a:solidFill>
                <a:schemeClr val="dk1"/>
              </a:solidFill>
              <a:latin typeface="Arial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ko-KR" sz="2000" b="0" strike="noStrike" spc="-1">
                <a:solidFill>
                  <a:schemeClr val="dk1"/>
                </a:solidFill>
                <a:latin typeface="Arial"/>
                <a:ea typeface="Arial"/>
              </a:rPr>
              <a:t>셋째 수준</a:t>
            </a:r>
            <a:endParaRPr lang="en-US" sz="2000" b="0" strike="noStrike" spc="-1">
              <a:solidFill>
                <a:schemeClr val="dk1"/>
              </a:solidFill>
              <a:latin typeface="Arial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ko-KR" sz="1800" b="0" strike="noStrike" spc="-1">
                <a:solidFill>
                  <a:schemeClr val="dk1"/>
                </a:solidFill>
                <a:latin typeface="Arial"/>
                <a:ea typeface="Arial"/>
              </a:rPr>
              <a:t>넷째 수준</a:t>
            </a:r>
            <a:endParaRPr lang="en-US" sz="1800" b="0" strike="noStrike" spc="-1">
              <a:solidFill>
                <a:schemeClr val="dk1"/>
              </a:solidFill>
              <a:latin typeface="Arial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ko-KR" sz="1800" b="0" strike="noStrike" spc="-1">
                <a:solidFill>
                  <a:schemeClr val="dk1"/>
                </a:solidFill>
                <a:latin typeface="Arial"/>
                <a:ea typeface="Arial"/>
              </a:rPr>
              <a:t>다섯째 수준</a:t>
            </a:r>
            <a:endParaRPr lang="en-US" sz="1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1541219363" name="PlaceHolder 6"/>
          <p:cNvSpPr>
            <a:spLocks noGrp="1"/>
          </p:cNvSpPr>
          <p:nvPr>
            <p:ph type="dt" idx="19"/>
          </p:nvPr>
        </p:nvSpPr>
        <p:spPr bwMode="auto"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  <a:defRPr/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</a:rPr>
              <a:t>&lt;date/time&gt;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7005956" name="PlaceHolder 7"/>
          <p:cNvSpPr>
            <a:spLocks noGrp="1"/>
          </p:cNvSpPr>
          <p:nvPr>
            <p:ph type="ftr" idx="20"/>
          </p:nvPr>
        </p:nvSpPr>
        <p:spPr bwMode="auto"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  <a:defRPr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95847335" name="PlaceHolder 8"/>
          <p:cNvSpPr>
            <a:spLocks noGrp="1"/>
          </p:cNvSpPr>
          <p:nvPr>
            <p:ph type="sldNum" idx="21"/>
          </p:nvPr>
        </p:nvSpPr>
        <p:spPr bwMode="auto"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defRPr/>
            </a:pPr>
            <a:fld id="{81BF663E-1241-4F45-9DDF-0312CD6161DA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</a:rPr>
              <a:t>&lt;number&gt;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</p:sldLayoutIdLst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4189719" name="PlaceHolder 1"/>
          <p:cNvSpPr>
            <a:spLocks noGrp="1"/>
          </p:cNvSpPr>
          <p:nvPr>
            <p:ph type="title"/>
          </p:nvPr>
        </p:nvSpPr>
        <p:spPr bwMode="auto"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defTabSz="914400">
              <a:lnSpc>
                <a:spcPct val="90000"/>
              </a:lnSpc>
              <a:buNone/>
              <a:defRPr/>
            </a:pPr>
            <a:r>
              <a:rPr lang="ko-KR" sz="4400" b="0" strike="noStrike" spc="-1">
                <a:solidFill>
                  <a:schemeClr val="dk1"/>
                </a:solidFill>
                <a:latin typeface="Arial"/>
                <a:ea typeface="Arial"/>
              </a:rPr>
              <a:t>마스터 제목 스타일 편집</a:t>
            </a:r>
            <a:endParaRPr lang="en-US" sz="44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392056132" name="PlaceHolder 2"/>
          <p:cNvSpPr>
            <a:spLocks noGrp="1"/>
          </p:cNvSpPr>
          <p:nvPr>
            <p:ph type="dt" idx="22"/>
          </p:nvPr>
        </p:nvSpPr>
        <p:spPr bwMode="auto"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  <a:defRPr/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</a:rPr>
              <a:t>&lt;date/time&gt;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99713" name="PlaceHolder 3"/>
          <p:cNvSpPr>
            <a:spLocks noGrp="1"/>
          </p:cNvSpPr>
          <p:nvPr>
            <p:ph type="ftr" idx="23"/>
          </p:nvPr>
        </p:nvSpPr>
        <p:spPr bwMode="auto"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  <a:defRPr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0050998" name="PlaceHolder 4"/>
          <p:cNvSpPr>
            <a:spLocks noGrp="1"/>
          </p:cNvSpPr>
          <p:nvPr>
            <p:ph type="sldNum" idx="24"/>
          </p:nvPr>
        </p:nvSpPr>
        <p:spPr bwMode="auto"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defRPr/>
            </a:pPr>
            <a:fld id="{237C6B1C-F0A1-4FF4-93A4-DD59EE228F76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</a:rPr>
              <a:t>&lt;number&gt;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</p:sldLayoutIdLst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7448885" name="PlaceHolder 1"/>
          <p:cNvSpPr>
            <a:spLocks noGrp="1"/>
          </p:cNvSpPr>
          <p:nvPr>
            <p:ph type="dt" idx="25"/>
          </p:nvPr>
        </p:nvSpPr>
        <p:spPr bwMode="auto"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  <a:defRPr/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</a:rPr>
              <a:t>&lt;date/time&gt;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62256547" name="PlaceHolder 2"/>
          <p:cNvSpPr>
            <a:spLocks noGrp="1"/>
          </p:cNvSpPr>
          <p:nvPr>
            <p:ph type="ftr" idx="26"/>
          </p:nvPr>
        </p:nvSpPr>
        <p:spPr bwMode="auto"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  <a:defRPr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20750631" name="PlaceHolder 3"/>
          <p:cNvSpPr>
            <a:spLocks noGrp="1"/>
          </p:cNvSpPr>
          <p:nvPr>
            <p:ph type="sldNum" idx="27"/>
          </p:nvPr>
        </p:nvSpPr>
        <p:spPr bwMode="auto"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defRPr/>
            </a:pPr>
            <a:fld id="{A4BF2BEC-6A5E-4093-93B2-F6AA2A82394C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</a:rPr>
              <a:t>&lt;number&gt;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</p:sldLayoutIdLst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1508640" name="PlaceHolder 1"/>
          <p:cNvSpPr>
            <a:spLocks noGrp="1"/>
          </p:cNvSpPr>
          <p:nvPr>
            <p:ph type="title"/>
          </p:nvPr>
        </p:nvSpPr>
        <p:spPr bwMode="auto">
          <a:xfrm>
            <a:off x="839879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defTabSz="914400">
              <a:lnSpc>
                <a:spcPct val="90000"/>
              </a:lnSpc>
              <a:buNone/>
              <a:defRPr/>
            </a:pPr>
            <a:r>
              <a:rPr lang="ko-KR" sz="3200" b="0" strike="noStrike" spc="-1">
                <a:solidFill>
                  <a:schemeClr val="dk1"/>
                </a:solidFill>
                <a:latin typeface="Arial"/>
                <a:ea typeface="Arial"/>
              </a:rPr>
              <a:t>마스터 제목 스타일 편집</a:t>
            </a:r>
            <a:endParaRPr lang="en-US" sz="32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609452084" name="PlaceHolder 2"/>
          <p:cNvSpPr>
            <a:spLocks noGrp="1"/>
          </p:cNvSpPr>
          <p:nvPr>
            <p:ph type="body"/>
          </p:nvPr>
        </p:nvSpPr>
        <p:spPr bwMode="auto"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ko-KR" sz="3200" b="0" strike="noStrike" spc="-1">
                <a:solidFill>
                  <a:schemeClr val="dk1"/>
                </a:solidFill>
                <a:latin typeface="Arial"/>
                <a:ea typeface="Arial"/>
              </a:rPr>
              <a:t>마스터 텍스트 스타일을 편집합니다</a:t>
            </a:r>
            <a:endParaRPr lang="en-US" sz="3200" b="0" strike="noStrike" spc="-1">
              <a:solidFill>
                <a:schemeClr val="dk1"/>
              </a:solidFill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ko-KR" sz="2800" b="0" strike="noStrike" spc="-1">
                <a:solidFill>
                  <a:schemeClr val="dk1"/>
                </a:solidFill>
                <a:latin typeface="Arial"/>
                <a:ea typeface="Arial"/>
              </a:rPr>
              <a:t>둘째 수준</a:t>
            </a:r>
            <a:endParaRPr lang="en-US" sz="2800" b="0" strike="noStrike" spc="-1">
              <a:solidFill>
                <a:schemeClr val="dk1"/>
              </a:solidFill>
              <a:latin typeface="Arial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ko-KR" sz="2400" b="0" strike="noStrike" spc="-1">
                <a:solidFill>
                  <a:schemeClr val="dk1"/>
                </a:solidFill>
                <a:latin typeface="Arial"/>
                <a:ea typeface="Arial"/>
              </a:rPr>
              <a:t>셋째 수준</a:t>
            </a:r>
            <a:endParaRPr lang="en-US" sz="2400" b="0" strike="noStrike" spc="-1">
              <a:solidFill>
                <a:schemeClr val="dk1"/>
              </a:solidFill>
              <a:latin typeface="Arial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ko-KR" sz="2000" b="0" strike="noStrike" spc="-1">
                <a:solidFill>
                  <a:schemeClr val="dk1"/>
                </a:solidFill>
                <a:latin typeface="Arial"/>
                <a:ea typeface="Arial"/>
              </a:rPr>
              <a:t>넷째 수준</a:t>
            </a:r>
            <a:endParaRPr lang="en-US" sz="2000" b="0" strike="noStrike" spc="-1">
              <a:solidFill>
                <a:schemeClr val="dk1"/>
              </a:solidFill>
              <a:latin typeface="Arial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ko-KR" sz="2000" b="0" strike="noStrike" spc="-1">
                <a:solidFill>
                  <a:schemeClr val="dk1"/>
                </a:solidFill>
                <a:latin typeface="Arial"/>
                <a:ea typeface="Arial"/>
              </a:rPr>
              <a:t>다섯째 수준</a:t>
            </a:r>
            <a:endParaRPr lang="en-US" sz="20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1103510862" name="PlaceHolder 3"/>
          <p:cNvSpPr>
            <a:spLocks noGrp="1"/>
          </p:cNvSpPr>
          <p:nvPr>
            <p:ph type="body"/>
          </p:nvPr>
        </p:nvSpPr>
        <p:spPr bwMode="auto">
          <a:xfrm>
            <a:off x="839879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/>
            </a:pPr>
            <a:r>
              <a:rPr lang="ko-KR" sz="1600" b="0" strike="noStrike" spc="-1">
                <a:solidFill>
                  <a:schemeClr val="dk1"/>
                </a:solidFill>
                <a:latin typeface="Arial"/>
                <a:ea typeface="Arial"/>
              </a:rPr>
              <a:t>마스터 텍스트 스타일을 편집합니다</a:t>
            </a:r>
            <a:endParaRPr lang="en-US" sz="16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1770213964" name="PlaceHolder 4"/>
          <p:cNvSpPr>
            <a:spLocks noGrp="1"/>
          </p:cNvSpPr>
          <p:nvPr>
            <p:ph type="dt" idx="28"/>
          </p:nvPr>
        </p:nvSpPr>
        <p:spPr bwMode="auto"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  <a:defRPr/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</a:rPr>
              <a:t>&lt;date/time&gt;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45594359" name="PlaceHolder 5"/>
          <p:cNvSpPr>
            <a:spLocks noGrp="1"/>
          </p:cNvSpPr>
          <p:nvPr>
            <p:ph type="ftr" idx="29"/>
          </p:nvPr>
        </p:nvSpPr>
        <p:spPr bwMode="auto"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  <a:defRPr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49917639" name="PlaceHolder 6"/>
          <p:cNvSpPr>
            <a:spLocks noGrp="1"/>
          </p:cNvSpPr>
          <p:nvPr>
            <p:ph type="sldNum" idx="30"/>
          </p:nvPr>
        </p:nvSpPr>
        <p:spPr bwMode="auto"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defRPr/>
            </a:pPr>
            <a:fld id="{B6A93E9F-9427-4F95-9B58-5FC6DB2C0380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</a:rPr>
              <a:t>&lt;number&gt;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</p:sldLayoutIdLst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3969796" name="PlaceHolder 1"/>
          <p:cNvSpPr>
            <a:spLocks noGrp="1"/>
          </p:cNvSpPr>
          <p:nvPr>
            <p:ph type="title"/>
          </p:nvPr>
        </p:nvSpPr>
        <p:spPr bwMode="auto">
          <a:xfrm>
            <a:off x="839879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defTabSz="914400">
              <a:lnSpc>
                <a:spcPct val="90000"/>
              </a:lnSpc>
              <a:buNone/>
              <a:defRPr/>
            </a:pPr>
            <a:r>
              <a:rPr lang="ko-KR" sz="3200" b="0" strike="noStrike" spc="-1">
                <a:solidFill>
                  <a:schemeClr val="dk1"/>
                </a:solidFill>
                <a:latin typeface="Arial"/>
                <a:ea typeface="Arial"/>
              </a:rPr>
              <a:t>마스터 제목 스타일 편집</a:t>
            </a:r>
            <a:endParaRPr lang="en-US" sz="32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1711199940" name="PlaceHolder 2"/>
          <p:cNvSpPr>
            <a:spLocks noGrp="1"/>
          </p:cNvSpPr>
          <p:nvPr>
            <p:ph type="body"/>
          </p:nvPr>
        </p:nvSpPr>
        <p:spPr bwMode="auto"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ko-KR" sz="3200" b="0" strike="noStrike" spc="-1">
                <a:solidFill>
                  <a:schemeClr val="dk1"/>
                </a:solidFill>
                <a:latin typeface="Arial"/>
                <a:ea typeface="Arial"/>
              </a:rPr>
              <a:t>아이콘을 클릭하여 사진을 추가하세요</a:t>
            </a:r>
            <a:endParaRPr lang="en-US" sz="32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1352785626" name="PlaceHolder 3"/>
          <p:cNvSpPr>
            <a:spLocks noGrp="1"/>
          </p:cNvSpPr>
          <p:nvPr>
            <p:ph type="body"/>
          </p:nvPr>
        </p:nvSpPr>
        <p:spPr bwMode="auto">
          <a:xfrm>
            <a:off x="839879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/>
            </a:pPr>
            <a:r>
              <a:rPr lang="ko-KR" sz="1600" b="0" strike="noStrike" spc="-1">
                <a:solidFill>
                  <a:schemeClr val="dk1"/>
                </a:solidFill>
                <a:latin typeface="Arial"/>
                <a:ea typeface="Arial"/>
              </a:rPr>
              <a:t>마스터 텍스트 스타일을 편집합니다</a:t>
            </a:r>
            <a:endParaRPr lang="en-US" sz="16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1727486806" name="PlaceHolder 4"/>
          <p:cNvSpPr>
            <a:spLocks noGrp="1"/>
          </p:cNvSpPr>
          <p:nvPr>
            <p:ph type="dt" idx="31"/>
          </p:nvPr>
        </p:nvSpPr>
        <p:spPr bwMode="auto"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  <a:defRPr/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</a:rPr>
              <a:t>&lt;date/time&gt;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5592722" name="PlaceHolder 5"/>
          <p:cNvSpPr>
            <a:spLocks noGrp="1"/>
          </p:cNvSpPr>
          <p:nvPr>
            <p:ph type="ftr" idx="32"/>
          </p:nvPr>
        </p:nvSpPr>
        <p:spPr bwMode="auto"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  <a:defRPr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35724160" name="PlaceHolder 6"/>
          <p:cNvSpPr>
            <a:spLocks noGrp="1"/>
          </p:cNvSpPr>
          <p:nvPr>
            <p:ph type="sldNum" idx="33"/>
          </p:nvPr>
        </p:nvSpPr>
        <p:spPr bwMode="auto"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defRPr/>
            </a:pPr>
            <a:fld id="{BED6C662-3106-4316-A6CE-230C4CC5566F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</a:rPr>
              <a:t>&lt;number&gt;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9285371" name=""/>
          <p:cNvSpPr/>
          <p:nvPr/>
        </p:nvSpPr>
        <p:spPr bwMode="auto">
          <a:xfrm>
            <a:off x="258840" y="154800"/>
            <a:ext cx="11674079" cy="638532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strike="noStrike" spc="-1">
              <a:solidFill>
                <a:schemeClr val="lt1"/>
              </a:solidFill>
              <a:latin typeface="Arial"/>
              <a:ea typeface="Arial"/>
            </a:endParaRPr>
          </a:p>
        </p:txBody>
      </p:sp>
      <p:sp>
        <p:nvSpPr>
          <p:cNvPr id="224654471" name=""/>
          <p:cNvSpPr/>
          <p:nvPr/>
        </p:nvSpPr>
        <p:spPr bwMode="auto">
          <a:xfrm>
            <a:off x="4932360" y="401040"/>
            <a:ext cx="2211840" cy="1171440"/>
          </a:xfrm>
          <a:prstGeom prst="rect">
            <a:avLst/>
          </a:prstGeom>
          <a:solidFill>
            <a:schemeClr val="accent2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r>
              <a:rPr lang="en-US" sz="1800" b="0" strike="noStrike" spc="-1">
                <a:solidFill>
                  <a:schemeClr val="lt1"/>
                </a:solidFill>
                <a:latin typeface="Arial"/>
                <a:ea typeface="Arial"/>
              </a:rPr>
              <a:t>server</a:t>
            </a: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17597226" name=""/>
          <p:cNvSpPr/>
          <p:nvPr/>
        </p:nvSpPr>
        <p:spPr bwMode="auto">
          <a:xfrm>
            <a:off x="4628520" y="3371400"/>
            <a:ext cx="2819519" cy="1384560"/>
          </a:xfrm>
          <a:prstGeom prst="rect">
            <a:avLst/>
          </a:prstGeom>
          <a:solidFill>
            <a:schemeClr val="accent2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r>
              <a:rPr lang="en-US" sz="1800" b="0" strike="noStrike" spc="-1">
                <a:solidFill>
                  <a:schemeClr val="lt1"/>
                </a:solidFill>
                <a:latin typeface="Arial"/>
                <a:ea typeface="Arial"/>
              </a:rPr>
              <a:t>client</a:t>
            </a:r>
            <a:br>
              <a:rPr sz="1800"/>
            </a:br>
            <a:r>
              <a:rPr lang="en-US" sz="1800" b="0" strike="noStrike" spc="-1">
                <a:solidFill>
                  <a:schemeClr val="lt1"/>
                </a:solidFill>
                <a:latin typeface="Arial"/>
                <a:ea typeface="Arial"/>
              </a:rPr>
              <a:t>device pc</a:t>
            </a: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1107166" name=""/>
          <p:cNvSpPr/>
          <p:nvPr/>
        </p:nvSpPr>
        <p:spPr bwMode="auto">
          <a:xfrm>
            <a:off x="1029600" y="694080"/>
            <a:ext cx="1728000" cy="585720"/>
          </a:xfrm>
          <a:prstGeom prst="flowChartMagneticDisk">
            <a:avLst/>
          </a:prstGeom>
          <a:solidFill>
            <a:schemeClr val="accent2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r>
              <a:rPr lang="en-US" sz="1800" b="0" strike="noStrike" spc="-1">
                <a:solidFill>
                  <a:schemeClr val="lt1"/>
                </a:solidFill>
                <a:latin typeface="Arial"/>
                <a:ea typeface="Arial"/>
              </a:rPr>
              <a:t>DB</a:t>
            </a: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1339386249" name=""/>
          <p:cNvCxnSpPr>
            <a:stCxn id="224654471" idx="2"/>
            <a:endCxn id="2017597226" idx="0"/>
          </p:cNvCxnSpPr>
          <p:nvPr/>
        </p:nvCxnSpPr>
        <p:spPr bwMode="auto">
          <a:xfrm rot="16199998">
            <a:off x="5139000" y="2471760"/>
            <a:ext cx="1799280" cy="360"/>
          </a:xfrm>
          <a:prstGeom prst="bentConnector2">
            <a:avLst/>
          </a:prstGeom>
          <a:ln>
            <a:solidFill>
              <a:srgbClr val="43729D"/>
            </a:solidFill>
            <a:headEnd type="arrow" w="med" len="med"/>
            <a:tailEnd type="arrow" w="med" len="med"/>
          </a:ln>
        </p:spPr>
      </p:cxnSp>
      <p:cxnSp>
        <p:nvCxnSpPr>
          <p:cNvPr id="763254156" name=""/>
          <p:cNvCxnSpPr>
            <a:stCxn id="2017597226" idx="2"/>
          </p:cNvCxnSpPr>
          <p:nvPr/>
        </p:nvCxnSpPr>
        <p:spPr bwMode="auto">
          <a:xfrm rot="16199998">
            <a:off x="5883840" y="4910400"/>
            <a:ext cx="309600" cy="360"/>
          </a:xfrm>
          <a:prstGeom prst="bentConnector2">
            <a:avLst/>
          </a:prstGeom>
          <a:ln>
            <a:solidFill>
              <a:srgbClr val="43729D"/>
            </a:solidFill>
            <a:headEnd type="arrow" w="med" len="med"/>
            <a:tailEnd type="arrow" w="med" len="med"/>
          </a:ln>
        </p:spPr>
      </p:cxnSp>
      <p:sp>
        <p:nvSpPr>
          <p:cNvPr id="829822205" name=""/>
          <p:cNvSpPr/>
          <p:nvPr/>
        </p:nvSpPr>
        <p:spPr bwMode="auto">
          <a:xfrm>
            <a:off x="8234640" y="5065560"/>
            <a:ext cx="2819519" cy="1384560"/>
          </a:xfrm>
          <a:prstGeom prst="rect">
            <a:avLst/>
          </a:prstGeom>
          <a:solidFill>
            <a:schemeClr val="accent2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r>
              <a:rPr lang="en-US" sz="1800" b="0" strike="noStrike" spc="-1">
                <a:solidFill>
                  <a:schemeClr val="lt1"/>
                </a:solidFill>
                <a:latin typeface="Arial"/>
                <a:ea typeface="Arial"/>
              </a:rPr>
              <a:t>Arduino Uno (R3)</a:t>
            </a:r>
            <a:br>
              <a:rPr sz="1800"/>
            </a:br>
            <a:r>
              <a:rPr lang="en-US" sz="1800" b="0" strike="noStrike" spc="-1">
                <a:solidFill>
                  <a:schemeClr val="lt1"/>
                </a:solidFill>
                <a:latin typeface="Arial"/>
                <a:ea typeface="Arial"/>
              </a:rPr>
              <a:t>board No.3</a:t>
            </a: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41025132" name=""/>
          <p:cNvSpPr/>
          <p:nvPr/>
        </p:nvSpPr>
        <p:spPr bwMode="auto">
          <a:xfrm>
            <a:off x="9344880" y="401040"/>
            <a:ext cx="2211840" cy="1171440"/>
          </a:xfrm>
          <a:prstGeom prst="rect">
            <a:avLst/>
          </a:prstGeom>
          <a:solidFill>
            <a:schemeClr val="accent2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r>
              <a:rPr lang="en-US" sz="1800" b="0" strike="noStrike" spc="-1">
                <a:solidFill>
                  <a:schemeClr val="lt1"/>
                </a:solidFill>
                <a:latin typeface="Arial"/>
                <a:ea typeface="Arial"/>
              </a:rPr>
              <a:t>client</a:t>
            </a:r>
            <a:br>
              <a:rPr sz="1800"/>
            </a:br>
            <a:r>
              <a:rPr lang="ko-KR" sz="1800" b="0" strike="noStrike" spc="-1">
                <a:solidFill>
                  <a:schemeClr val="lt1"/>
                </a:solidFill>
                <a:latin typeface="Arial"/>
                <a:ea typeface="Arial"/>
              </a:rPr>
              <a:t>관리 </a:t>
            </a:r>
            <a:r>
              <a:rPr lang="en-US" sz="1800" b="0" strike="noStrike" spc="-1">
                <a:solidFill>
                  <a:schemeClr val="lt1"/>
                </a:solidFill>
                <a:latin typeface="Arial"/>
                <a:ea typeface="Arial"/>
              </a:rPr>
              <a:t>/ </a:t>
            </a:r>
            <a:r>
              <a:rPr lang="ko-KR" sz="1800" b="0" strike="noStrike" spc="-1">
                <a:solidFill>
                  <a:schemeClr val="lt1"/>
                </a:solidFill>
                <a:latin typeface="Arial"/>
                <a:ea typeface="Arial"/>
              </a:rPr>
              <a:t>운영 </a:t>
            </a:r>
            <a:r>
              <a:rPr lang="en-US" sz="1800" b="0" strike="noStrike" spc="-1">
                <a:solidFill>
                  <a:schemeClr val="lt1"/>
                </a:solidFill>
                <a:latin typeface="Arial"/>
                <a:ea typeface="Arial"/>
              </a:rPr>
              <a:t>pc</a:t>
            </a: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79662162" name=""/>
          <p:cNvSpPr/>
          <p:nvPr/>
        </p:nvSpPr>
        <p:spPr bwMode="auto">
          <a:xfrm>
            <a:off x="1015920" y="3092040"/>
            <a:ext cx="1741680" cy="673200"/>
          </a:xfrm>
          <a:prstGeom prst="rect">
            <a:avLst/>
          </a:prstGeom>
          <a:solidFill>
            <a:schemeClr val="accent2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800" b="0" strike="noStrike" spc="-1">
                <a:solidFill>
                  <a:schemeClr val="lt1"/>
                </a:solidFill>
                <a:latin typeface="Arial"/>
                <a:ea typeface="Arial"/>
              </a:rPr>
              <a:t>esp32 camera</a:t>
            </a: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329933315" name=""/>
          <p:cNvCxnSpPr>
            <a:stCxn id="511107166" idx="1"/>
            <a:endCxn id="224654471" idx="1"/>
          </p:cNvCxnSpPr>
          <p:nvPr/>
        </p:nvCxnSpPr>
        <p:spPr bwMode="auto">
          <a:xfrm>
            <a:off x="2757600" y="986760"/>
            <a:ext cx="2175120" cy="360"/>
          </a:xfrm>
          <a:prstGeom prst="straightConnector1">
            <a:avLst/>
          </a:prstGeom>
          <a:ln>
            <a:solidFill>
              <a:srgbClr val="43729D"/>
            </a:solidFill>
            <a:headEnd type="arrow" w="med" len="med"/>
            <a:tailEnd type="arrow" w="med" len="med"/>
          </a:ln>
        </p:spPr>
      </p:cxnSp>
      <p:cxnSp>
        <p:nvCxnSpPr>
          <p:cNvPr id="549617781" name=""/>
          <p:cNvCxnSpPr>
            <a:stCxn id="1279662162" idx="2"/>
            <a:endCxn id="2017597226" idx="1"/>
          </p:cNvCxnSpPr>
          <p:nvPr/>
        </p:nvCxnSpPr>
        <p:spPr bwMode="auto">
          <a:xfrm rot="16199998" flipH="1">
            <a:off x="3108600" y="2543400"/>
            <a:ext cx="298800" cy="2742120"/>
          </a:xfrm>
          <a:prstGeom prst="bentConnector2">
            <a:avLst/>
          </a:prstGeom>
          <a:ln>
            <a:solidFill>
              <a:srgbClr val="43729D"/>
            </a:solidFill>
            <a:headEnd type="arrow" w="med" len="med"/>
            <a:tailEnd type="arrow" w="med" len="med"/>
          </a:ln>
        </p:spPr>
      </p:cxnSp>
      <p:cxnSp>
        <p:nvCxnSpPr>
          <p:cNvPr id="582163154" name=""/>
          <p:cNvCxnSpPr>
            <a:stCxn id="224654471" idx="3"/>
            <a:endCxn id="1141025132" idx="1"/>
          </p:cNvCxnSpPr>
          <p:nvPr/>
        </p:nvCxnSpPr>
        <p:spPr bwMode="auto">
          <a:xfrm>
            <a:off x="7144200" y="986760"/>
            <a:ext cx="2201040" cy="360"/>
          </a:xfrm>
          <a:prstGeom prst="bentConnector2">
            <a:avLst/>
          </a:prstGeom>
          <a:ln>
            <a:solidFill>
              <a:srgbClr val="43729D"/>
            </a:solidFill>
            <a:headEnd type="arrow" w="med" len="med"/>
            <a:tailEnd type="arrow" w="med" len="med"/>
          </a:ln>
        </p:spPr>
      </p:cxnSp>
      <p:cxnSp>
        <p:nvCxnSpPr>
          <p:cNvPr id="1454940529" name=""/>
          <p:cNvCxnSpPr>
            <a:stCxn id="2017597226" idx="1"/>
            <a:endCxn id="581834078" idx="0"/>
          </p:cNvCxnSpPr>
          <p:nvPr/>
        </p:nvCxnSpPr>
        <p:spPr bwMode="auto">
          <a:xfrm rot="10800000" flipH="0" flipV="1">
            <a:off x="1771920" y="4063680"/>
            <a:ext cx="2856599" cy="1001699"/>
          </a:xfrm>
          <a:prstGeom prst="bentConnector2">
            <a:avLst/>
          </a:prstGeom>
          <a:ln>
            <a:solidFill>
              <a:srgbClr val="43729D"/>
            </a:solidFill>
            <a:headEnd type="arrow" w="med" len="med"/>
            <a:tailEnd type="arrow" w="med" len="med"/>
          </a:ln>
        </p:spPr>
      </p:cxnSp>
      <p:cxnSp>
        <p:nvCxnSpPr>
          <p:cNvPr id="1063005866" name=""/>
          <p:cNvCxnSpPr>
            <a:stCxn id="2017597226" idx="3"/>
            <a:endCxn id="829822205" idx="0"/>
          </p:cNvCxnSpPr>
          <p:nvPr/>
        </p:nvCxnSpPr>
        <p:spPr bwMode="auto">
          <a:xfrm>
            <a:off x="7448039" y="4063680"/>
            <a:ext cx="2196720" cy="1002240"/>
          </a:xfrm>
          <a:prstGeom prst="bentConnector2">
            <a:avLst/>
          </a:prstGeom>
          <a:ln>
            <a:solidFill>
              <a:srgbClr val="43729D"/>
            </a:solidFill>
            <a:headEnd type="arrow" w="med" len="med"/>
            <a:tailEnd type="arrow" w="med" len="med"/>
          </a:ln>
        </p:spPr>
      </p:cxnSp>
      <p:sp>
        <p:nvSpPr>
          <p:cNvPr id="194954892" name=""/>
          <p:cNvSpPr/>
          <p:nvPr/>
        </p:nvSpPr>
        <p:spPr bwMode="auto">
          <a:xfrm>
            <a:off x="5295959" y="5065920"/>
            <a:ext cx="1484640" cy="607320"/>
          </a:xfrm>
          <a:prstGeom prst="rect">
            <a:avLst/>
          </a:prstGeom>
          <a:solidFill>
            <a:schemeClr val="accent2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r>
              <a:rPr lang="en-US" sz="1800" b="0" strike="noStrike" spc="0">
                <a:solidFill>
                  <a:schemeClr val="lt1"/>
                </a:solidFill>
                <a:latin typeface="Arial"/>
                <a:ea typeface="Arial"/>
              </a:rPr>
              <a:t>esp32 board 2</a:t>
            </a:r>
            <a:endParaRPr lang="en-US" sz="1800" b="0" strike="noStrike" spc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1834078" name=""/>
          <p:cNvSpPr/>
          <p:nvPr/>
        </p:nvSpPr>
        <p:spPr bwMode="auto">
          <a:xfrm>
            <a:off x="1029600" y="5065379"/>
            <a:ext cx="1484640" cy="607320"/>
          </a:xfrm>
          <a:prstGeom prst="rect">
            <a:avLst/>
          </a:prstGeom>
          <a:solidFill>
            <a:schemeClr val="accent2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r>
              <a:rPr lang="en-US" sz="1800" b="0" strike="noStrike" spc="0">
                <a:solidFill>
                  <a:schemeClr val="lt1"/>
                </a:solidFill>
                <a:latin typeface="Arial"/>
                <a:ea typeface="Arial"/>
              </a:rPr>
              <a:t>esp32 board 1_1</a:t>
            </a:r>
            <a:endParaRPr lang="en-US" sz="1800" b="0" strike="noStrike" spc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8044794" name=""/>
          <p:cNvSpPr/>
          <p:nvPr/>
        </p:nvSpPr>
        <p:spPr bwMode="auto">
          <a:xfrm>
            <a:off x="2633441" y="5065920"/>
            <a:ext cx="1484640" cy="607320"/>
          </a:xfrm>
          <a:prstGeom prst="rect">
            <a:avLst/>
          </a:prstGeom>
          <a:solidFill>
            <a:schemeClr val="accent2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r>
              <a:rPr lang="en-US" sz="1800" b="0" strike="noStrike" spc="0">
                <a:solidFill>
                  <a:schemeClr val="lt1"/>
                </a:solidFill>
                <a:latin typeface="Arial"/>
                <a:ea typeface="Arial"/>
              </a:rPr>
              <a:t>esp32 board 1</a:t>
            </a:r>
            <a:r>
              <a:rPr lang="en-US" sz="1800" b="0" strike="noStrike" spc="0">
                <a:solidFill>
                  <a:srgbClr val="FFFFFF"/>
                </a:solidFill>
                <a:latin typeface="Arial"/>
              </a:rPr>
              <a:t>_2</a:t>
            </a:r>
            <a:endParaRPr lang="en-US" sz="1800" b="0" strike="noStrike" spc="0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556816975" name=""/>
          <p:cNvCxnSpPr>
            <a:stCxn id="2017597226" idx="1"/>
            <a:endCxn id="808044794" idx="0"/>
          </p:cNvCxnSpPr>
          <p:nvPr/>
        </p:nvCxnSpPr>
        <p:spPr bwMode="auto">
          <a:xfrm rot="10800000" flipH="0" flipV="1">
            <a:off x="3375761" y="4063680"/>
            <a:ext cx="1252757" cy="1002240"/>
          </a:xfrm>
          <a:prstGeom prst="bentConnector2">
            <a:avLst/>
          </a:prstGeom>
          <a:ln>
            <a:solidFill>
              <a:srgbClr val="43729D"/>
            </a:solidFill>
            <a:headEnd type="arrow" w="med" len="med"/>
            <a:tailEnd type="arrow" w="med" len="med"/>
          </a:ln>
        </p:spPr>
      </p:cxn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566949" name=""/>
          <p:cNvSpPr/>
          <p:nvPr/>
        </p:nvSpPr>
        <p:spPr bwMode="auto">
          <a:xfrm>
            <a:off x="188640" y="398880"/>
            <a:ext cx="11874600" cy="627228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2707974" name=""/>
          <p:cNvSpPr/>
          <p:nvPr/>
        </p:nvSpPr>
        <p:spPr bwMode="auto">
          <a:xfrm>
            <a:off x="5819039" y="3565440"/>
            <a:ext cx="5749200" cy="288432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76576482" name=""/>
          <p:cNvSpPr/>
          <p:nvPr/>
        </p:nvSpPr>
        <p:spPr bwMode="auto">
          <a:xfrm>
            <a:off x="188640" y="376020"/>
            <a:ext cx="5438880" cy="289116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986421282" name=""/>
          <p:cNvSpPr/>
          <p:nvPr/>
        </p:nvSpPr>
        <p:spPr bwMode="auto">
          <a:xfrm>
            <a:off x="2108160" y="551520"/>
            <a:ext cx="1484640" cy="607320"/>
          </a:xfrm>
          <a:prstGeom prst="rect">
            <a:avLst/>
          </a:prstGeom>
          <a:solidFill>
            <a:schemeClr val="accent2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r>
              <a:rPr lang="en-US" sz="1800" b="0" strike="noStrike" spc="-1">
                <a:solidFill>
                  <a:schemeClr val="lt1"/>
                </a:solidFill>
                <a:latin typeface="Arial"/>
                <a:ea typeface="Arial"/>
              </a:rPr>
              <a:t>Board No.1</a:t>
            </a: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1119004" name=""/>
          <p:cNvSpPr/>
          <p:nvPr/>
        </p:nvSpPr>
        <p:spPr bwMode="auto">
          <a:xfrm>
            <a:off x="2108160" y="2483640"/>
            <a:ext cx="1484640" cy="607320"/>
          </a:xfrm>
          <a:prstGeom prst="rect">
            <a:avLst/>
          </a:prstGeom>
          <a:solidFill>
            <a:schemeClr val="accent2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r>
              <a:rPr lang="en-US" sz="1800" b="0" strike="noStrike" spc="-1">
                <a:solidFill>
                  <a:schemeClr val="lt1"/>
                </a:solidFill>
                <a:latin typeface="Arial"/>
                <a:ea typeface="Arial"/>
              </a:rPr>
              <a:t>(</a:t>
            </a:r>
            <a:r>
              <a:rPr lang="zh-CN" sz="1800" b="0" strike="noStrike" spc="-1">
                <a:solidFill>
                  <a:schemeClr val="lt1"/>
                </a:solidFill>
                <a:latin typeface="Arial"/>
                <a:ea typeface="Arial"/>
              </a:rPr>
              <a:t>차단기</a:t>
            </a:r>
            <a:r>
              <a:rPr lang="en-US" sz="1800" b="0" strike="noStrike" spc="-1">
                <a:solidFill>
                  <a:schemeClr val="lt1"/>
                </a:solidFill>
                <a:latin typeface="Arial"/>
                <a:ea typeface="Arial"/>
              </a:rPr>
              <a:t>)</a:t>
            </a:r>
            <a:br>
              <a:rPr sz="1800"/>
            </a:br>
            <a:r>
              <a:rPr lang="zh-CN" sz="1800" b="0" strike="noStrike" spc="-1">
                <a:solidFill>
                  <a:schemeClr val="lt1"/>
                </a:solidFill>
                <a:latin typeface="Arial"/>
                <a:ea typeface="Arial"/>
              </a:rPr>
              <a:t>서보모터</a:t>
            </a: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1825660190" name=""/>
          <p:cNvCxnSpPr/>
          <p:nvPr/>
        </p:nvCxnSpPr>
        <p:spPr bwMode="auto">
          <a:xfrm>
            <a:off x="2850480" y="1159200"/>
            <a:ext cx="360" cy="1324440"/>
          </a:xfrm>
          <a:prstGeom prst="straightConnector1">
            <a:avLst/>
          </a:prstGeom>
          <a:ln>
            <a:solidFill>
              <a:srgbClr val="43729D"/>
            </a:solidFill>
            <a:tailEnd type="arrow" w="med" len="med"/>
          </a:ln>
        </p:spPr>
      </p:cxnSp>
      <p:sp>
        <p:nvSpPr>
          <p:cNvPr id="1058535450" name=""/>
          <p:cNvSpPr/>
          <p:nvPr/>
        </p:nvSpPr>
        <p:spPr bwMode="auto">
          <a:xfrm>
            <a:off x="3802680" y="551520"/>
            <a:ext cx="1484640" cy="607320"/>
          </a:xfrm>
          <a:prstGeom prst="rect">
            <a:avLst/>
          </a:prstGeom>
          <a:solidFill>
            <a:schemeClr val="accent2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r>
              <a:rPr lang="en-US" sz="1800" b="0" strike="noStrike" spc="-1">
                <a:solidFill>
                  <a:schemeClr val="lt1"/>
                </a:solidFill>
                <a:latin typeface="Arial"/>
                <a:ea typeface="Arial"/>
              </a:rPr>
              <a:t>RFID</a:t>
            </a: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1358783622" name=""/>
          <p:cNvCxnSpPr>
            <a:stCxn id="986421282" idx="3"/>
            <a:endCxn id="1058535450" idx="1"/>
          </p:cNvCxnSpPr>
          <p:nvPr/>
        </p:nvCxnSpPr>
        <p:spPr bwMode="auto">
          <a:xfrm>
            <a:off x="3592800" y="855000"/>
            <a:ext cx="210240" cy="360"/>
          </a:xfrm>
          <a:prstGeom prst="straightConnector1">
            <a:avLst/>
          </a:prstGeom>
          <a:ln>
            <a:solidFill>
              <a:srgbClr val="43729D"/>
            </a:solidFill>
            <a:tailEnd type="arrow" w="med" len="med"/>
          </a:ln>
        </p:spPr>
      </p:cxnSp>
      <p:sp>
        <p:nvSpPr>
          <p:cNvPr id="718961736" name=""/>
          <p:cNvSpPr/>
          <p:nvPr/>
        </p:nvSpPr>
        <p:spPr bwMode="auto">
          <a:xfrm>
            <a:off x="477000" y="2483640"/>
            <a:ext cx="1484640" cy="607320"/>
          </a:xfrm>
          <a:prstGeom prst="rect">
            <a:avLst/>
          </a:prstGeom>
          <a:solidFill>
            <a:schemeClr val="accent2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>
              <a:defRPr/>
            </a:pPr>
            <a:endParaRPr lang="en-US" sz="1800" b="0" strike="noStrike" spc="-1">
              <a:solidFill>
                <a:schemeClr val="lt1"/>
              </a:solidFill>
              <a:latin typeface="Arial"/>
              <a:ea typeface="Arial"/>
            </a:endParaRPr>
          </a:p>
        </p:txBody>
      </p:sp>
      <p:cxnSp>
        <p:nvCxnSpPr>
          <p:cNvPr id="1989974907" name=""/>
          <p:cNvCxnSpPr>
            <a:stCxn id="986421282" idx="2"/>
            <a:endCxn id="718961736" idx="0"/>
          </p:cNvCxnSpPr>
          <p:nvPr/>
        </p:nvCxnSpPr>
        <p:spPr bwMode="auto">
          <a:xfrm rot="5400000">
            <a:off x="1372320" y="1005840"/>
            <a:ext cx="1325160" cy="1631520"/>
          </a:xfrm>
          <a:prstGeom prst="bentConnector3">
            <a:avLst>
              <a:gd name="adj1" fmla="val 50000"/>
            </a:avLst>
          </a:prstGeom>
          <a:ln>
            <a:solidFill>
              <a:srgbClr val="43729D"/>
            </a:solidFill>
            <a:tailEnd type="arrow" w="med" len="med"/>
          </a:ln>
        </p:spPr>
      </p:cxnSp>
      <p:sp>
        <p:nvSpPr>
          <p:cNvPr id="534369918" name=""/>
          <p:cNvSpPr/>
          <p:nvPr/>
        </p:nvSpPr>
        <p:spPr bwMode="auto">
          <a:xfrm>
            <a:off x="320400" y="551520"/>
            <a:ext cx="1484640" cy="607320"/>
          </a:xfrm>
          <a:prstGeom prst="rect">
            <a:avLst/>
          </a:prstGeom>
          <a:solidFill>
            <a:schemeClr val="accent2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r>
              <a:rPr lang="en-US" sz="1800" b="0" strike="noStrike" spc="-1">
                <a:solidFill>
                  <a:schemeClr val="lt1"/>
                </a:solidFill>
                <a:latin typeface="Arial"/>
                <a:ea typeface="Arial"/>
              </a:rPr>
              <a:t>1602 LCD</a:t>
            </a: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963070458" name=""/>
          <p:cNvCxnSpPr>
            <a:stCxn id="986421282" idx="1"/>
            <a:endCxn id="534369918" idx="3"/>
          </p:cNvCxnSpPr>
          <p:nvPr/>
        </p:nvCxnSpPr>
        <p:spPr bwMode="auto">
          <a:xfrm flipH="1">
            <a:off x="1805040" y="855000"/>
            <a:ext cx="303480" cy="360"/>
          </a:xfrm>
          <a:prstGeom prst="straightConnector1">
            <a:avLst/>
          </a:prstGeom>
          <a:ln>
            <a:solidFill>
              <a:srgbClr val="43729D"/>
            </a:solidFill>
            <a:tailEnd type="arrow" w="med" len="med"/>
          </a:ln>
        </p:spPr>
      </p:cxnSp>
      <p:sp>
        <p:nvSpPr>
          <p:cNvPr id="924209291" name=""/>
          <p:cNvSpPr/>
          <p:nvPr/>
        </p:nvSpPr>
        <p:spPr bwMode="auto">
          <a:xfrm>
            <a:off x="9957600" y="551520"/>
            <a:ext cx="1484640" cy="607320"/>
          </a:xfrm>
          <a:prstGeom prst="rect">
            <a:avLst/>
          </a:prstGeom>
          <a:solidFill>
            <a:schemeClr val="accent2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r>
              <a:rPr lang="en-US" sz="1800" b="0" strike="noStrike" spc="-1">
                <a:solidFill>
                  <a:schemeClr val="lt1"/>
                </a:solidFill>
                <a:latin typeface="Arial"/>
                <a:ea typeface="Arial"/>
              </a:rPr>
              <a:t>HAM4311</a:t>
            </a: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27930143" name=""/>
          <p:cNvCxnSpPr>
            <a:stCxn id="565268981" idx="1"/>
            <a:endCxn id="384445310" idx="3"/>
          </p:cNvCxnSpPr>
          <p:nvPr/>
        </p:nvCxnSpPr>
        <p:spPr bwMode="auto">
          <a:xfrm rot="10800000">
            <a:off x="7441920" y="854640"/>
            <a:ext cx="2515680" cy="810720"/>
          </a:xfrm>
          <a:prstGeom prst="bentConnector3">
            <a:avLst>
              <a:gd name="adj1" fmla="val 49992"/>
            </a:avLst>
          </a:prstGeom>
          <a:ln>
            <a:solidFill>
              <a:srgbClr val="43729D"/>
            </a:solidFill>
            <a:tailEnd type="arrow" w="med" len="med"/>
          </a:ln>
        </p:spPr>
      </p:cxnSp>
      <p:sp>
        <p:nvSpPr>
          <p:cNvPr id="2093905652" name=""/>
          <p:cNvSpPr/>
          <p:nvPr/>
        </p:nvSpPr>
        <p:spPr bwMode="auto">
          <a:xfrm>
            <a:off x="5957640" y="4588920"/>
            <a:ext cx="1484640" cy="607320"/>
          </a:xfrm>
          <a:prstGeom prst="rect">
            <a:avLst/>
          </a:prstGeom>
          <a:solidFill>
            <a:schemeClr val="accent2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r>
              <a:rPr lang="en-US" sz="1800" b="0" strike="noStrike" spc="-1">
                <a:solidFill>
                  <a:schemeClr val="lt1"/>
                </a:solidFill>
                <a:latin typeface="Arial"/>
                <a:ea typeface="Arial"/>
              </a:rPr>
              <a:t>Board No.3</a:t>
            </a: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83125457" name=""/>
          <p:cNvSpPr/>
          <p:nvPr/>
        </p:nvSpPr>
        <p:spPr bwMode="auto">
          <a:xfrm>
            <a:off x="5825520" y="360707"/>
            <a:ext cx="5749200" cy="316584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1905909659" name=""/>
          <p:cNvCxnSpPr>
            <a:stCxn id="1273260164" idx="1"/>
            <a:endCxn id="2093905652" idx="3"/>
          </p:cNvCxnSpPr>
          <p:nvPr/>
        </p:nvCxnSpPr>
        <p:spPr bwMode="auto">
          <a:xfrm rot="10800000">
            <a:off x="7441920" y="4892039"/>
            <a:ext cx="1155600" cy="810720"/>
          </a:xfrm>
          <a:prstGeom prst="bentConnector3">
            <a:avLst>
              <a:gd name="adj1" fmla="val 49984"/>
            </a:avLst>
          </a:prstGeom>
          <a:ln>
            <a:solidFill>
              <a:srgbClr val="43729D"/>
            </a:solidFill>
            <a:tailEnd type="arrow" w="med" len="med"/>
          </a:ln>
        </p:spPr>
      </p:cxnSp>
      <p:sp>
        <p:nvSpPr>
          <p:cNvPr id="384445310" name=""/>
          <p:cNvSpPr/>
          <p:nvPr/>
        </p:nvSpPr>
        <p:spPr bwMode="auto">
          <a:xfrm>
            <a:off x="5957640" y="551520"/>
            <a:ext cx="1484640" cy="607320"/>
          </a:xfrm>
          <a:prstGeom prst="rect">
            <a:avLst/>
          </a:prstGeom>
          <a:solidFill>
            <a:schemeClr val="accent2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r>
              <a:rPr lang="en-US" sz="1800" b="0" strike="noStrike" spc="-1">
                <a:solidFill>
                  <a:schemeClr val="lt1"/>
                </a:solidFill>
                <a:latin typeface="Arial"/>
                <a:ea typeface="Arial"/>
              </a:rPr>
              <a:t>Board No.2</a:t>
            </a: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14549636" name=""/>
          <p:cNvSpPr/>
          <p:nvPr/>
        </p:nvSpPr>
        <p:spPr bwMode="auto">
          <a:xfrm>
            <a:off x="9957600" y="551520"/>
            <a:ext cx="1484640" cy="607320"/>
          </a:xfrm>
          <a:prstGeom prst="rect">
            <a:avLst/>
          </a:prstGeom>
          <a:solidFill>
            <a:schemeClr val="accent2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r>
              <a:rPr lang="en-US" sz="1800" b="0" strike="noStrike" spc="-1">
                <a:solidFill>
                  <a:schemeClr val="lt1"/>
                </a:solidFill>
                <a:latin typeface="Arial"/>
                <a:ea typeface="Arial"/>
              </a:rPr>
              <a:t>HAM4311</a:t>
            </a: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5268981" name=""/>
          <p:cNvSpPr/>
          <p:nvPr/>
        </p:nvSpPr>
        <p:spPr bwMode="auto">
          <a:xfrm>
            <a:off x="9957600" y="1361880"/>
            <a:ext cx="1484640" cy="607320"/>
          </a:xfrm>
          <a:prstGeom prst="rect">
            <a:avLst/>
          </a:prstGeom>
          <a:solidFill>
            <a:schemeClr val="accent2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r>
              <a:rPr lang="en-US" sz="1800" b="0" strike="noStrike" spc="-1">
                <a:solidFill>
                  <a:schemeClr val="lt1"/>
                </a:solidFill>
                <a:latin typeface="Arial"/>
                <a:ea typeface="Arial"/>
              </a:rPr>
              <a:t>HAM4311</a:t>
            </a: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1402339263" name=""/>
          <p:cNvCxnSpPr>
            <a:stCxn id="2014549636" idx="1"/>
            <a:endCxn id="384445310" idx="3"/>
          </p:cNvCxnSpPr>
          <p:nvPr/>
        </p:nvCxnSpPr>
        <p:spPr bwMode="auto">
          <a:xfrm rot="10800000">
            <a:off x="7441920" y="855000"/>
            <a:ext cx="2515680" cy="360"/>
          </a:xfrm>
          <a:prstGeom prst="bentConnector2">
            <a:avLst/>
          </a:prstGeom>
          <a:ln>
            <a:solidFill>
              <a:srgbClr val="43729D"/>
            </a:solidFill>
            <a:tailEnd type="arrow" w="med" len="med"/>
          </a:ln>
        </p:spPr>
      </p:cxnSp>
      <p:cxnSp>
        <p:nvCxnSpPr>
          <p:cNvPr id="148660294" name=""/>
          <p:cNvCxnSpPr>
            <a:stCxn id="565268981" idx="1"/>
            <a:endCxn id="384445310" idx="3"/>
          </p:cNvCxnSpPr>
          <p:nvPr/>
        </p:nvCxnSpPr>
        <p:spPr bwMode="auto">
          <a:xfrm rot="10800000">
            <a:off x="7441920" y="854640"/>
            <a:ext cx="2515680" cy="810720"/>
          </a:xfrm>
          <a:prstGeom prst="bentConnector3">
            <a:avLst>
              <a:gd name="adj1" fmla="val 49992"/>
            </a:avLst>
          </a:prstGeom>
          <a:ln>
            <a:solidFill>
              <a:srgbClr val="43729D"/>
            </a:solidFill>
            <a:tailEnd type="arrow" w="med" len="med"/>
          </a:ln>
        </p:spPr>
      </p:cxnSp>
      <p:cxnSp>
        <p:nvCxnSpPr>
          <p:cNvPr id="1395110645" name=""/>
          <p:cNvCxnSpPr>
            <a:endCxn id="384445310" idx="3"/>
          </p:cNvCxnSpPr>
          <p:nvPr/>
        </p:nvCxnSpPr>
        <p:spPr bwMode="auto">
          <a:xfrm rot="10800000">
            <a:off x="7441920" y="855000"/>
            <a:ext cx="2502720" cy="1664280"/>
          </a:xfrm>
          <a:prstGeom prst="bentConnector3">
            <a:avLst>
              <a:gd name="adj1" fmla="val 49978"/>
            </a:avLst>
          </a:prstGeom>
          <a:ln>
            <a:solidFill>
              <a:srgbClr val="43729D"/>
            </a:solidFill>
            <a:tailEnd type="arrow" w="med" len="med"/>
          </a:ln>
        </p:spPr>
      </p:cxnSp>
      <p:sp>
        <p:nvSpPr>
          <p:cNvPr id="434795909" name=""/>
          <p:cNvSpPr/>
          <p:nvPr/>
        </p:nvSpPr>
        <p:spPr bwMode="auto">
          <a:xfrm>
            <a:off x="9957600" y="2179440"/>
            <a:ext cx="1484640" cy="607320"/>
          </a:xfrm>
          <a:prstGeom prst="rect">
            <a:avLst/>
          </a:prstGeom>
          <a:solidFill>
            <a:schemeClr val="accent2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r>
              <a:rPr lang="en-US" sz="1800" b="0" strike="noStrike" spc="-1">
                <a:solidFill>
                  <a:schemeClr val="lt1"/>
                </a:solidFill>
                <a:latin typeface="Arial"/>
                <a:ea typeface="Arial"/>
              </a:rPr>
              <a:t>IR </a:t>
            </a:r>
            <a:r>
              <a:rPr lang="zh-CN" sz="1800" b="0" strike="noStrike" spc="-1">
                <a:solidFill>
                  <a:schemeClr val="lt1"/>
                </a:solidFill>
                <a:latin typeface="Arial"/>
                <a:ea typeface="Arial"/>
              </a:rPr>
              <a:t>적외선 센서</a:t>
            </a:r>
            <a:br>
              <a:rPr sz="1800"/>
            </a:br>
            <a:r>
              <a:rPr lang="en-US" sz="1800" b="0" strike="noStrike" spc="-1">
                <a:solidFill>
                  <a:schemeClr val="lt1"/>
                </a:solidFill>
                <a:latin typeface="Arial"/>
                <a:ea typeface="Arial"/>
              </a:rPr>
              <a:t>HAM4311</a:t>
            </a: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63133052" name=""/>
          <p:cNvSpPr/>
          <p:nvPr/>
        </p:nvSpPr>
        <p:spPr bwMode="auto">
          <a:xfrm>
            <a:off x="5973840" y="1361880"/>
            <a:ext cx="1718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wrap="none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ko-KR" sz="1800" b="0" strike="noStrike" spc="-1">
                <a:solidFill>
                  <a:schemeClr val="dk1"/>
                </a:solidFill>
                <a:latin typeface="Arial"/>
                <a:ea typeface="Arial"/>
              </a:rPr>
              <a:t>주차면</a:t>
            </a:r>
            <a:r>
              <a:rPr lang="en-US" sz="1800" b="0" strike="noStrike" spc="-1">
                <a:solidFill>
                  <a:schemeClr val="dk1"/>
                </a:solidFill>
                <a:latin typeface="Arial"/>
                <a:ea typeface="Arial"/>
              </a:rPr>
              <a:t> 센서정보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5205636" name=""/>
          <p:cNvSpPr/>
          <p:nvPr/>
        </p:nvSpPr>
        <p:spPr bwMode="auto">
          <a:xfrm>
            <a:off x="2115000" y="551520"/>
            <a:ext cx="1484640" cy="607320"/>
          </a:xfrm>
          <a:prstGeom prst="rect">
            <a:avLst/>
          </a:prstGeom>
          <a:solidFill>
            <a:schemeClr val="accent2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r>
              <a:rPr lang="en-US" sz="1800" b="0" strike="noStrike" spc="-1">
                <a:solidFill>
                  <a:schemeClr val="lt1"/>
                </a:solidFill>
                <a:latin typeface="Arial"/>
                <a:ea typeface="Arial"/>
              </a:rPr>
              <a:t>Board No.1</a:t>
            </a: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2019809599" name=""/>
          <p:cNvCxnSpPr>
            <a:stCxn id="1125205636" idx="3"/>
          </p:cNvCxnSpPr>
          <p:nvPr/>
        </p:nvCxnSpPr>
        <p:spPr bwMode="auto">
          <a:xfrm>
            <a:off x="3599640" y="855000"/>
            <a:ext cx="203400" cy="720"/>
          </a:xfrm>
          <a:prstGeom prst="straightConnector1">
            <a:avLst/>
          </a:prstGeom>
          <a:ln>
            <a:solidFill>
              <a:srgbClr val="43729D"/>
            </a:solidFill>
            <a:tailEnd type="arrow" w="med" len="med"/>
          </a:ln>
        </p:spPr>
      </p:cxnSp>
      <p:cxnSp>
        <p:nvCxnSpPr>
          <p:cNvPr id="2116649382" name=""/>
          <p:cNvCxnSpPr>
            <a:stCxn id="1125205636" idx="2"/>
          </p:cNvCxnSpPr>
          <p:nvPr/>
        </p:nvCxnSpPr>
        <p:spPr bwMode="auto">
          <a:xfrm rot="5400000">
            <a:off x="1375920" y="1001879"/>
            <a:ext cx="1324800" cy="1638360"/>
          </a:xfrm>
          <a:prstGeom prst="bentConnector3">
            <a:avLst>
              <a:gd name="adj1" fmla="val 50013"/>
            </a:avLst>
          </a:prstGeom>
          <a:ln>
            <a:solidFill>
              <a:srgbClr val="43729D"/>
            </a:solidFill>
            <a:tailEnd type="arrow" w="med" len="med"/>
          </a:ln>
        </p:spPr>
      </p:cxnSp>
      <p:cxnSp>
        <p:nvCxnSpPr>
          <p:cNvPr id="550525537" name=""/>
          <p:cNvCxnSpPr/>
          <p:nvPr/>
        </p:nvCxnSpPr>
        <p:spPr bwMode="auto">
          <a:xfrm flipH="1">
            <a:off x="1811880" y="855360"/>
            <a:ext cx="303480" cy="360"/>
          </a:xfrm>
          <a:prstGeom prst="straightConnector1">
            <a:avLst/>
          </a:prstGeom>
          <a:ln>
            <a:solidFill>
              <a:srgbClr val="43729D"/>
            </a:solidFill>
            <a:tailEnd type="arrow" w="med" len="med"/>
          </a:ln>
        </p:spPr>
      </p:cxnSp>
      <p:sp>
        <p:nvSpPr>
          <p:cNvPr id="486291894" name=""/>
          <p:cNvSpPr/>
          <p:nvPr/>
        </p:nvSpPr>
        <p:spPr bwMode="auto">
          <a:xfrm>
            <a:off x="495000" y="1320120"/>
            <a:ext cx="1992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wrap="none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ko-KR" sz="1800" b="0" strike="noStrike" spc="-1">
                <a:solidFill>
                  <a:schemeClr val="dk1"/>
                </a:solidFill>
                <a:latin typeface="Arial"/>
                <a:ea typeface="Arial"/>
              </a:rPr>
              <a:t>주차장</a:t>
            </a:r>
            <a:r>
              <a:rPr lang="en-US" sz="1800" b="0" strike="noStrike" spc="-1">
                <a:solidFill>
                  <a:schemeClr val="dk1"/>
                </a:solidFill>
                <a:latin typeface="Arial"/>
                <a:ea typeface="Arial"/>
              </a:rPr>
              <a:t> 입출차 관리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7270344" name=""/>
          <p:cNvSpPr/>
          <p:nvPr/>
        </p:nvSpPr>
        <p:spPr bwMode="auto">
          <a:xfrm>
            <a:off x="5957640" y="3806280"/>
            <a:ext cx="17640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ko-KR" sz="1800" b="0" strike="noStrike" spc="-1">
                <a:solidFill>
                  <a:schemeClr val="dk1"/>
                </a:solidFill>
                <a:latin typeface="Arial"/>
                <a:ea typeface="Arial"/>
              </a:rPr>
              <a:t>주차타워</a:t>
            </a:r>
            <a:r>
              <a:rPr lang="en-US" sz="1800" b="0" strike="noStrike" spc="-1">
                <a:solidFill>
                  <a:schemeClr val="dk1"/>
                </a:solidFill>
                <a:latin typeface="Arial"/>
                <a:ea typeface="Arial"/>
              </a:rPr>
              <a:t> 관리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0889781" name=""/>
          <p:cNvSpPr/>
          <p:nvPr/>
        </p:nvSpPr>
        <p:spPr bwMode="auto">
          <a:xfrm>
            <a:off x="188640" y="3558600"/>
            <a:ext cx="5438880" cy="289116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26640520" name=""/>
          <p:cNvSpPr/>
          <p:nvPr/>
        </p:nvSpPr>
        <p:spPr bwMode="auto">
          <a:xfrm>
            <a:off x="166680" y="3535200"/>
            <a:ext cx="2207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wrap="none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ko-KR" sz="1800" b="0" strike="noStrike" spc="-1">
                <a:solidFill>
                  <a:schemeClr val="dk1"/>
                </a:solidFill>
                <a:latin typeface="Arial"/>
                <a:ea typeface="Arial"/>
              </a:rPr>
              <a:t>주차장</a:t>
            </a:r>
            <a:r>
              <a:rPr lang="en-US" sz="1800" b="0" strike="noStrike" spc="-1">
                <a:solidFill>
                  <a:schemeClr val="dk1"/>
                </a:solidFill>
                <a:latin typeface="Arial"/>
                <a:ea typeface="Arial"/>
              </a:rPr>
              <a:t> 차량 </a:t>
            </a:r>
            <a:r>
              <a:rPr lang="en-US" sz="1800" b="0" strike="noStrike" spc="-1">
                <a:solidFill>
                  <a:schemeClr val="dk1"/>
                </a:solidFill>
                <a:latin typeface="Arial"/>
                <a:ea typeface="Arial"/>
              </a:rPr>
              <a:t>lpr </a:t>
            </a:r>
            <a:r>
              <a:rPr lang="ko-KR" sz="1800" b="0" strike="noStrike" spc="-1">
                <a:solidFill>
                  <a:schemeClr val="dk1"/>
                </a:solidFill>
                <a:latin typeface="Arial"/>
                <a:ea typeface="Arial"/>
              </a:rPr>
              <a:t>확인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87883920" name="" descr=""/>
          <p:cNvPicPr/>
          <p:nvPr/>
        </p:nvPicPr>
        <p:blipFill rotWithShape="1">
          <a:blip r:embed="rId3"/>
          <a:stretch/>
        </p:blipFill>
        <p:spPr bwMode="auto">
          <a:xfrm>
            <a:off x="10145880" y="3558600"/>
            <a:ext cx="1422360" cy="2831400"/>
          </a:xfrm>
          <a:prstGeom prst="rect">
            <a:avLst/>
          </a:prstGeom>
          <a:ln w="0">
            <a:noFill/>
          </a:ln>
        </p:spPr>
      </p:pic>
      <p:cxnSp>
        <p:nvCxnSpPr>
          <p:cNvPr id="972268179" name=""/>
          <p:cNvCxnSpPr>
            <a:endCxn id="2093905652" idx="3"/>
          </p:cNvCxnSpPr>
          <p:nvPr/>
        </p:nvCxnSpPr>
        <p:spPr bwMode="auto">
          <a:xfrm rot="10800000" flipV="1">
            <a:off x="7441920" y="4210560"/>
            <a:ext cx="2522160" cy="681840"/>
          </a:xfrm>
          <a:prstGeom prst="bentConnector3">
            <a:avLst>
              <a:gd name="adj1" fmla="val 77259"/>
            </a:avLst>
          </a:prstGeom>
          <a:ln>
            <a:solidFill>
              <a:srgbClr val="43729D"/>
            </a:solidFill>
            <a:tailEnd type="arrow" w="med" len="med"/>
          </a:ln>
        </p:spPr>
      </p:cxnSp>
      <p:cxnSp>
        <p:nvCxnSpPr>
          <p:cNvPr id="477436731" name=""/>
          <p:cNvCxnSpPr>
            <a:stCxn id="1423688776" idx="1"/>
            <a:endCxn id="2093905652" idx="3"/>
          </p:cNvCxnSpPr>
          <p:nvPr/>
        </p:nvCxnSpPr>
        <p:spPr bwMode="auto">
          <a:xfrm rot="10800000">
            <a:off x="7441920" y="4892400"/>
            <a:ext cx="1155600" cy="360"/>
          </a:xfrm>
          <a:prstGeom prst="bentConnector2">
            <a:avLst/>
          </a:prstGeom>
          <a:ln>
            <a:solidFill>
              <a:srgbClr val="43729D"/>
            </a:solidFill>
            <a:tailEnd type="arrow" w="med" len="med"/>
          </a:ln>
        </p:spPr>
      </p:cxnSp>
      <p:cxnSp>
        <p:nvCxnSpPr>
          <p:cNvPr id="628997779" name=""/>
          <p:cNvCxnSpPr>
            <a:stCxn id="1273260164" idx="1"/>
            <a:endCxn id="2093905652" idx="3"/>
          </p:cNvCxnSpPr>
          <p:nvPr/>
        </p:nvCxnSpPr>
        <p:spPr bwMode="auto">
          <a:xfrm rot="10800000">
            <a:off x="7441920" y="4892039"/>
            <a:ext cx="1155600" cy="810720"/>
          </a:xfrm>
          <a:prstGeom prst="bentConnector3">
            <a:avLst>
              <a:gd name="adj1" fmla="val 49984"/>
            </a:avLst>
          </a:prstGeom>
          <a:ln>
            <a:solidFill>
              <a:srgbClr val="43729D"/>
            </a:solidFill>
            <a:tailEnd type="arrow" w="med" len="med"/>
          </a:ln>
        </p:spPr>
      </p:cxnSp>
      <p:sp>
        <p:nvSpPr>
          <p:cNvPr id="454401575" name=""/>
          <p:cNvSpPr/>
          <p:nvPr/>
        </p:nvSpPr>
        <p:spPr bwMode="auto">
          <a:xfrm>
            <a:off x="8597520" y="3875760"/>
            <a:ext cx="1484640" cy="607320"/>
          </a:xfrm>
          <a:prstGeom prst="rect">
            <a:avLst/>
          </a:prstGeom>
          <a:solidFill>
            <a:schemeClr val="accent2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br>
              <a:rPr sz="1800"/>
            </a:br>
            <a:r>
              <a:rPr lang="zh-CN" sz="1800" b="0" strike="noStrike" spc="-1">
                <a:solidFill>
                  <a:schemeClr val="lt1"/>
                </a:solidFill>
                <a:latin typeface="Arial"/>
                <a:ea typeface="Arial"/>
              </a:rPr>
              <a:t>스텝모터</a:t>
            </a: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23688776" name=""/>
          <p:cNvSpPr/>
          <p:nvPr/>
        </p:nvSpPr>
        <p:spPr bwMode="auto">
          <a:xfrm>
            <a:off x="8597520" y="4588920"/>
            <a:ext cx="1484640" cy="607320"/>
          </a:xfrm>
          <a:prstGeom prst="rect">
            <a:avLst/>
          </a:prstGeom>
          <a:solidFill>
            <a:schemeClr val="accent2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r>
              <a:rPr lang="en-US" sz="1800" b="0" strike="noStrike" spc="-1">
                <a:solidFill>
                  <a:schemeClr val="lt1"/>
                </a:solidFill>
                <a:latin typeface="Arial"/>
                <a:ea typeface="Arial"/>
              </a:rPr>
              <a:t>HAM4311</a:t>
            </a: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73260164" name=""/>
          <p:cNvSpPr/>
          <p:nvPr/>
        </p:nvSpPr>
        <p:spPr bwMode="auto">
          <a:xfrm>
            <a:off x="8597520" y="5399280"/>
            <a:ext cx="1484640" cy="607320"/>
          </a:xfrm>
          <a:prstGeom prst="rect">
            <a:avLst/>
          </a:prstGeom>
          <a:solidFill>
            <a:schemeClr val="accent2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r>
              <a:rPr lang="en-US" sz="1800" b="0" strike="noStrike" spc="-1">
                <a:solidFill>
                  <a:schemeClr val="lt1"/>
                </a:solidFill>
                <a:latin typeface="Arial"/>
                <a:ea typeface="Arial"/>
              </a:rPr>
              <a:t>APDS-9930</a:t>
            </a: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617687102" name=""/>
          <p:cNvCxnSpPr/>
          <p:nvPr/>
        </p:nvCxnSpPr>
        <p:spPr bwMode="auto">
          <a:xfrm>
            <a:off x="2857320" y="1159200"/>
            <a:ext cx="360" cy="1324440"/>
          </a:xfrm>
          <a:prstGeom prst="straightConnector1">
            <a:avLst/>
          </a:prstGeom>
          <a:ln>
            <a:solidFill>
              <a:srgbClr val="43729D"/>
            </a:solidFill>
            <a:tailEnd type="arrow" w="med" len="med"/>
          </a:ln>
        </p:spPr>
      </p:cxnSp>
      <p:sp>
        <p:nvSpPr>
          <p:cNvPr id="1198242672" name=""/>
          <p:cNvSpPr/>
          <p:nvPr/>
        </p:nvSpPr>
        <p:spPr bwMode="auto">
          <a:xfrm>
            <a:off x="483840" y="2483640"/>
            <a:ext cx="1484640" cy="607320"/>
          </a:xfrm>
          <a:prstGeom prst="rect">
            <a:avLst/>
          </a:prstGeom>
          <a:solidFill>
            <a:schemeClr val="accent2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r>
              <a:rPr lang="zh-CN" sz="1800" b="0" strike="noStrike" spc="-1">
                <a:solidFill>
                  <a:schemeClr val="lt1"/>
                </a:solidFill>
                <a:latin typeface="Arial"/>
                <a:ea typeface="Arial"/>
              </a:rPr>
              <a:t>감지 제스처 센서 </a:t>
            </a:r>
            <a:br>
              <a:rPr sz="1800"/>
            </a:br>
            <a:r>
              <a:rPr lang="en-US" sz="1800" b="0" strike="noStrike" spc="-1">
                <a:solidFill>
                  <a:schemeClr val="lt1"/>
                </a:solidFill>
                <a:latin typeface="Arial"/>
                <a:ea typeface="Arial"/>
              </a:rPr>
              <a:t>APDS-9930</a:t>
            </a: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47597288" name=""/>
          <p:cNvSpPr/>
          <p:nvPr/>
        </p:nvSpPr>
        <p:spPr bwMode="auto">
          <a:xfrm>
            <a:off x="2115000" y="2483640"/>
            <a:ext cx="1484640" cy="607320"/>
          </a:xfrm>
          <a:prstGeom prst="rect">
            <a:avLst/>
          </a:prstGeom>
          <a:solidFill>
            <a:schemeClr val="accent2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r>
              <a:rPr lang="en-US" sz="1800" b="0" strike="noStrike" spc="-1">
                <a:solidFill>
                  <a:schemeClr val="lt1"/>
                </a:solidFill>
                <a:latin typeface="Arial"/>
                <a:ea typeface="Arial"/>
              </a:rPr>
              <a:t>(</a:t>
            </a:r>
            <a:r>
              <a:rPr lang="zh-CN" sz="1800" b="0" strike="noStrike" spc="-1">
                <a:solidFill>
                  <a:schemeClr val="lt1"/>
                </a:solidFill>
                <a:latin typeface="Arial"/>
                <a:ea typeface="Arial"/>
              </a:rPr>
              <a:t>차단기</a:t>
            </a:r>
            <a:r>
              <a:rPr lang="en-US" sz="1800" b="0" strike="noStrike" spc="-1">
                <a:solidFill>
                  <a:schemeClr val="lt1"/>
                </a:solidFill>
                <a:latin typeface="Arial"/>
                <a:ea typeface="Arial"/>
              </a:rPr>
              <a:t>)</a:t>
            </a:r>
            <a:br>
              <a:rPr sz="1800"/>
            </a:br>
            <a:r>
              <a:rPr lang="zh-CN" sz="1800" b="0" strike="noStrike" spc="-1">
                <a:solidFill>
                  <a:schemeClr val="lt1"/>
                </a:solidFill>
                <a:latin typeface="Arial"/>
                <a:ea typeface="Arial"/>
              </a:rPr>
              <a:t>서보모터</a:t>
            </a: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1603836977" name=""/>
          <p:cNvCxnSpPr>
            <a:endCxn id="1447597288" idx="0"/>
          </p:cNvCxnSpPr>
          <p:nvPr/>
        </p:nvCxnSpPr>
        <p:spPr bwMode="auto">
          <a:xfrm>
            <a:off x="2854080" y="1159200"/>
            <a:ext cx="3600" cy="1324800"/>
          </a:xfrm>
          <a:prstGeom prst="straightConnector1">
            <a:avLst/>
          </a:prstGeom>
          <a:ln>
            <a:solidFill>
              <a:srgbClr val="43729D"/>
            </a:solidFill>
            <a:tailEnd type="arrow" w="med" len="med"/>
          </a:ln>
        </p:spPr>
      </p:cxnSp>
      <p:cxnSp>
        <p:nvCxnSpPr>
          <p:cNvPr id="294155460" name=""/>
          <p:cNvCxnSpPr/>
          <p:nvPr/>
        </p:nvCxnSpPr>
        <p:spPr bwMode="auto">
          <a:xfrm>
            <a:off x="2864160" y="1159200"/>
            <a:ext cx="360" cy="1324440"/>
          </a:xfrm>
          <a:prstGeom prst="straightConnector1">
            <a:avLst/>
          </a:prstGeom>
          <a:ln>
            <a:solidFill>
              <a:srgbClr val="43729D"/>
            </a:solidFill>
            <a:tailEnd type="arrow" w="med" len="med"/>
          </a:ln>
        </p:spPr>
      </p:cxnSp>
      <p:sp>
        <p:nvSpPr>
          <p:cNvPr id="1968297297" name=""/>
          <p:cNvSpPr/>
          <p:nvPr/>
        </p:nvSpPr>
        <p:spPr bwMode="auto">
          <a:xfrm>
            <a:off x="490680" y="2483640"/>
            <a:ext cx="1484640" cy="607320"/>
          </a:xfrm>
          <a:prstGeom prst="rect">
            <a:avLst/>
          </a:prstGeom>
          <a:solidFill>
            <a:schemeClr val="accent2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r>
              <a:rPr lang="zh-CN" sz="1800" b="0" strike="noStrike" spc="-1">
                <a:solidFill>
                  <a:schemeClr val="lt1"/>
                </a:solidFill>
                <a:latin typeface="Arial"/>
                <a:ea typeface="Arial"/>
              </a:rPr>
              <a:t>감지 제스처 센서 </a:t>
            </a:r>
            <a:br>
              <a:rPr sz="1800"/>
            </a:br>
            <a:r>
              <a:rPr lang="en-US" sz="1800" b="0" strike="noStrike" spc="-1">
                <a:solidFill>
                  <a:schemeClr val="lt1"/>
                </a:solidFill>
                <a:latin typeface="Arial"/>
                <a:ea typeface="Arial"/>
              </a:rPr>
              <a:t>APDS-9930</a:t>
            </a: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3862121" name=""/>
          <p:cNvSpPr/>
          <p:nvPr/>
        </p:nvSpPr>
        <p:spPr bwMode="auto">
          <a:xfrm>
            <a:off x="2101320" y="551520"/>
            <a:ext cx="1484640" cy="607320"/>
          </a:xfrm>
          <a:prstGeom prst="rect">
            <a:avLst/>
          </a:prstGeom>
          <a:solidFill>
            <a:schemeClr val="accent2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r>
              <a:rPr lang="en-US" sz="1800" b="0" strike="noStrike" spc="-1">
                <a:solidFill>
                  <a:schemeClr val="lt1"/>
                </a:solidFill>
                <a:latin typeface="Arial"/>
                <a:ea typeface="Arial"/>
              </a:rPr>
              <a:t>Board No.1</a:t>
            </a: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42087297" name=""/>
          <p:cNvCxnSpPr>
            <a:stCxn id="543862121" idx="2"/>
          </p:cNvCxnSpPr>
          <p:nvPr/>
        </p:nvCxnSpPr>
        <p:spPr bwMode="auto">
          <a:xfrm>
            <a:off x="2843640" y="1158840"/>
            <a:ext cx="3960" cy="1324800"/>
          </a:xfrm>
          <a:prstGeom prst="straightConnector1">
            <a:avLst/>
          </a:prstGeom>
          <a:ln>
            <a:solidFill>
              <a:srgbClr val="43729D"/>
            </a:solidFill>
            <a:tailEnd type="arrow" w="med" len="med"/>
          </a:ln>
        </p:spPr>
      </p:cxnSp>
      <p:sp>
        <p:nvSpPr>
          <p:cNvPr id="1656062120" name=""/>
          <p:cNvSpPr/>
          <p:nvPr/>
        </p:nvSpPr>
        <p:spPr bwMode="auto">
          <a:xfrm>
            <a:off x="3795840" y="551520"/>
            <a:ext cx="1484640" cy="607320"/>
          </a:xfrm>
          <a:prstGeom prst="rect">
            <a:avLst/>
          </a:prstGeom>
          <a:solidFill>
            <a:schemeClr val="accent2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r>
              <a:rPr lang="en-US" sz="1800" b="0" strike="noStrike" spc="-1">
                <a:solidFill>
                  <a:schemeClr val="lt1"/>
                </a:solidFill>
                <a:latin typeface="Arial"/>
                <a:ea typeface="Arial"/>
              </a:rPr>
              <a:t>RFID</a:t>
            </a: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595102708" name=""/>
          <p:cNvCxnSpPr/>
          <p:nvPr/>
        </p:nvCxnSpPr>
        <p:spPr bwMode="auto">
          <a:xfrm>
            <a:off x="3586320" y="855360"/>
            <a:ext cx="209880" cy="360"/>
          </a:xfrm>
          <a:prstGeom prst="straightConnector1">
            <a:avLst/>
          </a:prstGeom>
          <a:ln>
            <a:solidFill>
              <a:srgbClr val="43729D"/>
            </a:solidFill>
            <a:tailEnd type="arrow" w="med" len="med"/>
          </a:ln>
        </p:spPr>
      </p:cxnSp>
      <p:cxnSp>
        <p:nvCxnSpPr>
          <p:cNvPr id="1335957544" name=""/>
          <p:cNvCxnSpPr>
            <a:stCxn id="543862121" idx="2"/>
          </p:cNvCxnSpPr>
          <p:nvPr/>
        </p:nvCxnSpPr>
        <p:spPr bwMode="auto">
          <a:xfrm rot="5400000">
            <a:off x="1369080" y="1008720"/>
            <a:ext cx="1324800" cy="1624680"/>
          </a:xfrm>
          <a:prstGeom prst="bentConnector3">
            <a:avLst>
              <a:gd name="adj1" fmla="val 50013"/>
            </a:avLst>
          </a:prstGeom>
          <a:ln>
            <a:solidFill>
              <a:srgbClr val="43729D"/>
            </a:solidFill>
            <a:tailEnd type="arrow" w="med" len="med"/>
          </a:ln>
        </p:spPr>
      </p:cxnSp>
      <p:cxnSp>
        <p:nvCxnSpPr>
          <p:cNvPr id="524038617" name=""/>
          <p:cNvCxnSpPr/>
          <p:nvPr/>
        </p:nvCxnSpPr>
        <p:spPr bwMode="auto">
          <a:xfrm flipH="1">
            <a:off x="1798200" y="855360"/>
            <a:ext cx="303480" cy="360"/>
          </a:xfrm>
          <a:prstGeom prst="straightConnector1">
            <a:avLst/>
          </a:prstGeom>
          <a:ln>
            <a:solidFill>
              <a:srgbClr val="43729D"/>
            </a:solidFill>
            <a:tailEnd type="arrow" w="med" len="med"/>
          </a:ln>
        </p:spPr>
      </p:cxnSp>
      <p:sp>
        <p:nvSpPr>
          <p:cNvPr id="554624394" name=""/>
          <p:cNvSpPr/>
          <p:nvPr/>
        </p:nvSpPr>
        <p:spPr bwMode="auto">
          <a:xfrm>
            <a:off x="2127240" y="2483640"/>
            <a:ext cx="1484640" cy="607320"/>
          </a:xfrm>
          <a:prstGeom prst="rect">
            <a:avLst/>
          </a:prstGeom>
          <a:solidFill>
            <a:schemeClr val="accent2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r>
              <a:rPr lang="en-US" sz="1800" b="0" strike="noStrike" spc="-1">
                <a:solidFill>
                  <a:schemeClr val="lt1"/>
                </a:solidFill>
                <a:latin typeface="Arial"/>
                <a:ea typeface="Arial"/>
              </a:rPr>
              <a:t>(</a:t>
            </a:r>
            <a:r>
              <a:rPr lang="zh-CN" sz="1800" b="0" strike="noStrike" spc="-1">
                <a:solidFill>
                  <a:schemeClr val="lt1"/>
                </a:solidFill>
                <a:latin typeface="Arial"/>
                <a:ea typeface="Arial"/>
              </a:rPr>
              <a:t>차단기</a:t>
            </a:r>
            <a:r>
              <a:rPr lang="en-US" sz="1800" b="0" strike="noStrike" spc="-1">
                <a:solidFill>
                  <a:schemeClr val="lt1"/>
                </a:solidFill>
                <a:latin typeface="Arial"/>
                <a:ea typeface="Arial"/>
              </a:rPr>
              <a:t>)</a:t>
            </a:r>
            <a:br>
              <a:rPr sz="1800"/>
            </a:br>
            <a:r>
              <a:rPr lang="zh-CN" sz="1800" b="0" strike="noStrike" spc="-1">
                <a:solidFill>
                  <a:schemeClr val="lt1"/>
                </a:solidFill>
                <a:latin typeface="Arial"/>
                <a:ea typeface="Arial"/>
              </a:rPr>
              <a:t>서보모터</a:t>
            </a: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668720350" name=""/>
          <p:cNvCxnSpPr>
            <a:endCxn id="554624394" idx="0"/>
          </p:cNvCxnSpPr>
          <p:nvPr/>
        </p:nvCxnSpPr>
        <p:spPr bwMode="auto">
          <a:xfrm>
            <a:off x="2865960" y="1159200"/>
            <a:ext cx="3960" cy="1324800"/>
          </a:xfrm>
          <a:prstGeom prst="straightConnector1">
            <a:avLst/>
          </a:prstGeom>
          <a:ln>
            <a:solidFill>
              <a:srgbClr val="43729D"/>
            </a:solidFill>
            <a:tailEnd type="arrow" w="med" len="med"/>
          </a:ln>
        </p:spPr>
      </p:cxnSp>
      <p:sp>
        <p:nvSpPr>
          <p:cNvPr id="917967697" name=""/>
          <p:cNvSpPr/>
          <p:nvPr/>
        </p:nvSpPr>
        <p:spPr bwMode="auto">
          <a:xfrm>
            <a:off x="502560" y="2483640"/>
            <a:ext cx="1484640" cy="607320"/>
          </a:xfrm>
          <a:prstGeom prst="rect">
            <a:avLst/>
          </a:prstGeom>
          <a:solidFill>
            <a:schemeClr val="accent2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r>
              <a:rPr lang="zh-CN" sz="1800" b="0" strike="noStrike" spc="-1">
                <a:solidFill>
                  <a:schemeClr val="lt1"/>
                </a:solidFill>
                <a:latin typeface="Arial"/>
                <a:ea typeface="Arial"/>
              </a:rPr>
              <a:t>감지 제스처 센서 </a:t>
            </a:r>
            <a:br>
              <a:rPr sz="1800"/>
            </a:br>
            <a:r>
              <a:rPr lang="en-US" sz="1800" b="0" strike="noStrike" spc="-1">
                <a:solidFill>
                  <a:schemeClr val="lt1"/>
                </a:solidFill>
                <a:latin typeface="Arial"/>
                <a:ea typeface="Arial"/>
              </a:rPr>
              <a:t>APDS-9930</a:t>
            </a: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491275996" name=""/>
          <p:cNvCxnSpPr/>
          <p:nvPr/>
        </p:nvCxnSpPr>
        <p:spPr bwMode="auto">
          <a:xfrm>
            <a:off x="2859120" y="1159200"/>
            <a:ext cx="360" cy="1324440"/>
          </a:xfrm>
          <a:prstGeom prst="straightConnector1">
            <a:avLst/>
          </a:prstGeom>
          <a:ln>
            <a:solidFill>
              <a:srgbClr val="43729D"/>
            </a:solidFill>
            <a:tailEnd type="arrow" w="med" len="med"/>
          </a:ln>
        </p:spPr>
      </p:cxnSp>
      <p:cxnSp>
        <p:nvCxnSpPr>
          <p:cNvPr id="489883000" name=""/>
          <p:cNvCxnSpPr/>
          <p:nvPr/>
        </p:nvCxnSpPr>
        <p:spPr bwMode="auto">
          <a:xfrm>
            <a:off x="3598560" y="855360"/>
            <a:ext cx="209520" cy="360"/>
          </a:xfrm>
          <a:prstGeom prst="straightConnector1">
            <a:avLst/>
          </a:prstGeom>
          <a:ln>
            <a:solidFill>
              <a:srgbClr val="43729D"/>
            </a:solidFill>
            <a:tailEnd type="arrow" w="med" len="med"/>
          </a:ln>
        </p:spPr>
      </p:cxnSp>
      <p:cxnSp>
        <p:nvCxnSpPr>
          <p:cNvPr id="533721175" name=""/>
          <p:cNvCxnSpPr/>
          <p:nvPr/>
        </p:nvCxnSpPr>
        <p:spPr bwMode="auto">
          <a:xfrm flipH="1">
            <a:off x="1810440" y="855360"/>
            <a:ext cx="303120" cy="360"/>
          </a:xfrm>
          <a:prstGeom prst="straightConnector1">
            <a:avLst/>
          </a:prstGeom>
          <a:ln>
            <a:solidFill>
              <a:srgbClr val="43729D"/>
            </a:solidFill>
            <a:tailEnd type="arrow" w="med" len="med"/>
          </a:ln>
        </p:spPr>
      </p:cxnSp>
      <p:cxnSp>
        <p:nvCxnSpPr>
          <p:cNvPr id="1800200441" name=""/>
          <p:cNvCxnSpPr>
            <a:stCxn id="565268981" idx="1"/>
            <a:endCxn id="384445310" idx="3"/>
          </p:cNvCxnSpPr>
          <p:nvPr/>
        </p:nvCxnSpPr>
        <p:spPr bwMode="auto">
          <a:xfrm rot="10800000">
            <a:off x="7441920" y="854640"/>
            <a:ext cx="2515680" cy="810720"/>
          </a:xfrm>
          <a:prstGeom prst="bentConnector3">
            <a:avLst>
              <a:gd name="adj1" fmla="val 49992"/>
            </a:avLst>
          </a:prstGeom>
          <a:ln>
            <a:solidFill>
              <a:srgbClr val="43729D"/>
            </a:solidFill>
            <a:tailEnd type="arrow" w="med" len="med"/>
          </a:ln>
        </p:spPr>
      </p:cxnSp>
      <p:sp>
        <p:nvSpPr>
          <p:cNvPr id="1827991685" name=""/>
          <p:cNvSpPr/>
          <p:nvPr/>
        </p:nvSpPr>
        <p:spPr bwMode="auto">
          <a:xfrm>
            <a:off x="327240" y="551520"/>
            <a:ext cx="1484640" cy="607320"/>
          </a:xfrm>
          <a:prstGeom prst="rect">
            <a:avLst/>
          </a:prstGeom>
          <a:solidFill>
            <a:schemeClr val="accent2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r>
              <a:rPr lang="en-US" sz="1800" b="0" strike="noStrike" spc="-1">
                <a:solidFill>
                  <a:schemeClr val="lt1"/>
                </a:solidFill>
                <a:latin typeface="Arial"/>
                <a:ea typeface="Arial"/>
              </a:rPr>
              <a:t>Camera Module</a:t>
            </a: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83906650" name=""/>
          <p:cNvSpPr/>
          <p:nvPr/>
        </p:nvSpPr>
        <p:spPr bwMode="auto">
          <a:xfrm>
            <a:off x="2101320" y="551520"/>
            <a:ext cx="1484640" cy="607320"/>
          </a:xfrm>
          <a:prstGeom prst="rect">
            <a:avLst/>
          </a:prstGeom>
          <a:solidFill>
            <a:schemeClr val="accent2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r>
              <a:rPr lang="en-US" sz="1800" b="0" strike="noStrike" spc="-1">
                <a:solidFill>
                  <a:schemeClr val="lt1"/>
                </a:solidFill>
                <a:latin typeface="Arial"/>
                <a:ea typeface="Arial"/>
              </a:rPr>
              <a:t>esp32 board 1</a:t>
            </a:r>
            <a:r>
              <a:rPr lang="en-US" sz="1800" b="0" strike="noStrike" spc="0">
                <a:solidFill>
                  <a:srgbClr val="FFFFFF"/>
                </a:solidFill>
                <a:latin typeface="Arial"/>
              </a:rPr>
              <a:t>_1</a:t>
            </a: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18534368" name=""/>
          <p:cNvSpPr/>
          <p:nvPr/>
        </p:nvSpPr>
        <p:spPr bwMode="auto">
          <a:xfrm>
            <a:off x="5957640" y="551520"/>
            <a:ext cx="1484640" cy="607320"/>
          </a:xfrm>
          <a:prstGeom prst="rect">
            <a:avLst/>
          </a:prstGeom>
          <a:solidFill>
            <a:schemeClr val="accent2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r>
              <a:rPr lang="en-US" sz="1800" b="0" strike="noStrike" spc="-1">
                <a:solidFill>
                  <a:schemeClr val="lt1"/>
                </a:solidFill>
                <a:latin typeface="Arial"/>
                <a:ea typeface="Arial"/>
              </a:rPr>
              <a:t>esp32 board 2</a:t>
            </a: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989955473" name=""/>
          <p:cNvSpPr/>
          <p:nvPr/>
        </p:nvSpPr>
        <p:spPr bwMode="auto">
          <a:xfrm>
            <a:off x="1812240" y="4483800"/>
            <a:ext cx="1484640" cy="607320"/>
          </a:xfrm>
          <a:prstGeom prst="rect">
            <a:avLst/>
          </a:prstGeom>
          <a:solidFill>
            <a:schemeClr val="accent2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r>
              <a:rPr lang="en-US" sz="1800" b="0" strike="noStrike" spc="-1">
                <a:solidFill>
                  <a:schemeClr val="lt1"/>
                </a:solidFill>
                <a:latin typeface="Arial"/>
                <a:ea typeface="Arial"/>
              </a:rPr>
              <a:t>esp32 camera</a:t>
            </a: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7572218" name=""/>
          <p:cNvSpPr/>
          <p:nvPr/>
        </p:nvSpPr>
        <p:spPr bwMode="auto">
          <a:xfrm>
            <a:off x="188640" y="398880"/>
            <a:ext cx="11874600" cy="627228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strike="noStrike" spc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80596787" name=""/>
          <p:cNvSpPr/>
          <p:nvPr/>
        </p:nvSpPr>
        <p:spPr bwMode="auto">
          <a:xfrm>
            <a:off x="188640" y="376020"/>
            <a:ext cx="5438880" cy="289116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strike="noStrike" spc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6429928" name=""/>
          <p:cNvSpPr/>
          <p:nvPr/>
        </p:nvSpPr>
        <p:spPr bwMode="auto">
          <a:xfrm>
            <a:off x="2108160" y="551520"/>
            <a:ext cx="1484640" cy="607320"/>
          </a:xfrm>
          <a:prstGeom prst="rect">
            <a:avLst/>
          </a:prstGeom>
          <a:solidFill>
            <a:schemeClr val="accent2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r>
              <a:rPr lang="en-US" sz="1800" b="0" strike="noStrike" spc="0">
                <a:solidFill>
                  <a:schemeClr val="lt1"/>
                </a:solidFill>
                <a:latin typeface="Arial"/>
                <a:ea typeface="Arial"/>
              </a:rPr>
              <a:t>Board No.1</a:t>
            </a:r>
            <a:endParaRPr lang="en-US" sz="1800" b="0" strike="noStrike" spc="0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1270317022" name=""/>
          <p:cNvCxnSpPr>
            <a:stCxn id="356429928" idx="3"/>
          </p:cNvCxnSpPr>
          <p:nvPr/>
        </p:nvCxnSpPr>
        <p:spPr bwMode="auto">
          <a:xfrm>
            <a:off x="3592800" y="855000"/>
            <a:ext cx="210240" cy="360"/>
          </a:xfrm>
          <a:prstGeom prst="straightConnector1">
            <a:avLst/>
          </a:prstGeom>
          <a:ln>
            <a:solidFill>
              <a:srgbClr val="43729D"/>
            </a:solidFill>
            <a:tailEnd type="arrow" w="med" len="med"/>
          </a:ln>
        </p:spPr>
      </p:cxnSp>
      <p:sp>
        <p:nvSpPr>
          <p:cNvPr id="1616666771" name=""/>
          <p:cNvSpPr/>
          <p:nvPr/>
        </p:nvSpPr>
        <p:spPr bwMode="auto">
          <a:xfrm>
            <a:off x="3795840" y="2483639"/>
            <a:ext cx="1484640" cy="607320"/>
          </a:xfrm>
          <a:prstGeom prst="rect">
            <a:avLst/>
          </a:prstGeom>
          <a:solidFill>
            <a:schemeClr val="accent2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r>
              <a:rPr lang="en-US" sz="1800" b="0" strike="noStrike" spc="0">
                <a:solidFill>
                  <a:schemeClr val="lt1"/>
                </a:solidFill>
                <a:latin typeface="Arial"/>
                <a:ea typeface="Arial"/>
              </a:rPr>
              <a:t>APDS-9930</a:t>
            </a:r>
            <a:endParaRPr lang="en-US" sz="1800" b="0" strike="noStrike" spc="0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472201167" name=""/>
          <p:cNvCxnSpPr>
            <a:stCxn id="356429928" idx="2"/>
            <a:endCxn id="1616666771" idx="0"/>
          </p:cNvCxnSpPr>
          <p:nvPr/>
        </p:nvCxnSpPr>
        <p:spPr bwMode="auto">
          <a:xfrm rot="16199998" flipH="1">
            <a:off x="3031920" y="977400"/>
            <a:ext cx="1325160" cy="1688040"/>
          </a:xfrm>
          <a:prstGeom prst="bentConnector3">
            <a:avLst>
              <a:gd name="adj1" fmla="val 50000"/>
            </a:avLst>
          </a:prstGeom>
          <a:ln>
            <a:solidFill>
              <a:srgbClr val="43729D"/>
            </a:solidFill>
            <a:tailEnd type="arrow" w="med" len="med"/>
          </a:ln>
        </p:spPr>
      </p:cxnSp>
      <p:sp>
        <p:nvSpPr>
          <p:cNvPr id="1919707780" name=""/>
          <p:cNvSpPr/>
          <p:nvPr/>
        </p:nvSpPr>
        <p:spPr bwMode="auto">
          <a:xfrm>
            <a:off x="2115000" y="551520"/>
            <a:ext cx="1484640" cy="607320"/>
          </a:xfrm>
          <a:prstGeom prst="rect">
            <a:avLst/>
          </a:prstGeom>
          <a:solidFill>
            <a:schemeClr val="accent2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r>
              <a:rPr lang="en-US" sz="1800" b="0" strike="noStrike" spc="0">
                <a:solidFill>
                  <a:schemeClr val="lt1"/>
                </a:solidFill>
                <a:latin typeface="Arial"/>
                <a:ea typeface="Arial"/>
              </a:rPr>
              <a:t>Board No.1</a:t>
            </a:r>
            <a:endParaRPr lang="en-US" sz="1800" b="0" strike="noStrike" spc="0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1094460554" name=""/>
          <p:cNvCxnSpPr>
            <a:stCxn id="1919707780" idx="3"/>
          </p:cNvCxnSpPr>
          <p:nvPr/>
        </p:nvCxnSpPr>
        <p:spPr bwMode="auto">
          <a:xfrm>
            <a:off x="3599640" y="855000"/>
            <a:ext cx="203400" cy="720"/>
          </a:xfrm>
          <a:prstGeom prst="straightConnector1">
            <a:avLst/>
          </a:prstGeom>
          <a:ln>
            <a:solidFill>
              <a:srgbClr val="43729D"/>
            </a:solidFill>
            <a:tailEnd type="arrow" w="med" len="med"/>
          </a:ln>
        </p:spPr>
      </p:cxnSp>
      <p:sp>
        <p:nvSpPr>
          <p:cNvPr id="19725967" name=""/>
          <p:cNvSpPr/>
          <p:nvPr/>
        </p:nvSpPr>
        <p:spPr bwMode="auto">
          <a:xfrm>
            <a:off x="495000" y="1320120"/>
            <a:ext cx="1992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wrap="none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ko-KR" sz="1800" b="0" strike="noStrike" spc="0">
                <a:solidFill>
                  <a:schemeClr val="dk1"/>
                </a:solidFill>
                <a:latin typeface="Arial"/>
                <a:ea typeface="Arial"/>
              </a:rPr>
              <a:t>주차장</a:t>
            </a:r>
            <a:r>
              <a:rPr lang="en-US" sz="1800" b="0" strike="noStrike" spc="0">
                <a:solidFill>
                  <a:schemeClr val="dk1"/>
                </a:solidFill>
                <a:latin typeface="Arial"/>
                <a:ea typeface="Arial"/>
              </a:rPr>
              <a:t> 입출차 관리</a:t>
            </a:r>
            <a:endParaRPr lang="en-US" sz="1800" b="0" strike="noStrike" spc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2896053" name=""/>
          <p:cNvSpPr/>
          <p:nvPr/>
        </p:nvSpPr>
        <p:spPr bwMode="auto">
          <a:xfrm>
            <a:off x="2101320" y="551520"/>
            <a:ext cx="1484640" cy="607320"/>
          </a:xfrm>
          <a:prstGeom prst="rect">
            <a:avLst/>
          </a:prstGeom>
          <a:solidFill>
            <a:schemeClr val="accent2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r>
              <a:rPr lang="en-US" sz="1800" b="0" strike="noStrike" spc="0">
                <a:solidFill>
                  <a:schemeClr val="lt1"/>
                </a:solidFill>
                <a:latin typeface="Arial"/>
                <a:ea typeface="Arial"/>
              </a:rPr>
              <a:t>Board No.1</a:t>
            </a:r>
            <a:endParaRPr lang="en-US" sz="1800" b="0" strike="noStrike" spc="0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2054303410" name=""/>
          <p:cNvCxnSpPr/>
          <p:nvPr/>
        </p:nvCxnSpPr>
        <p:spPr bwMode="auto">
          <a:xfrm>
            <a:off x="3586320" y="855360"/>
            <a:ext cx="209880" cy="360"/>
          </a:xfrm>
          <a:prstGeom prst="straightConnector1">
            <a:avLst/>
          </a:prstGeom>
          <a:ln>
            <a:solidFill>
              <a:srgbClr val="43729D"/>
            </a:solidFill>
            <a:tailEnd type="arrow" w="med" len="med"/>
          </a:ln>
        </p:spPr>
      </p:cxnSp>
      <p:sp>
        <p:nvSpPr>
          <p:cNvPr id="1301354277" name=""/>
          <p:cNvSpPr/>
          <p:nvPr/>
        </p:nvSpPr>
        <p:spPr bwMode="auto">
          <a:xfrm>
            <a:off x="3808080" y="2483639"/>
            <a:ext cx="1484640" cy="607320"/>
          </a:xfrm>
          <a:prstGeom prst="rect">
            <a:avLst/>
          </a:prstGeom>
          <a:solidFill>
            <a:schemeClr val="accent2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r>
              <a:rPr lang="zh-CN" sz="1800" b="0" i="0" u="none" strike="noStrike" cap="none" spc="0">
                <a:solidFill>
                  <a:schemeClr val="lt1"/>
                </a:solidFill>
                <a:latin typeface="Arial"/>
                <a:ea typeface="Arial"/>
                <a:cs typeface="Arial"/>
              </a:rPr>
              <a:t>감지 제스처 센서</a:t>
            </a:r>
            <a:br>
              <a:rPr lang="en-US" sz="1800" b="0" strike="noStrike" spc="0">
                <a:solidFill>
                  <a:schemeClr val="lt1"/>
                </a:solidFill>
                <a:latin typeface="Arial"/>
                <a:ea typeface="Arial"/>
              </a:rPr>
            </a:br>
            <a:r>
              <a:rPr lang="en-US" sz="1800" b="0" strike="noStrike" spc="0">
                <a:solidFill>
                  <a:schemeClr val="lt1"/>
                </a:solidFill>
                <a:latin typeface="Arial"/>
                <a:ea typeface="Arial"/>
              </a:rPr>
              <a:t>APDS-9930</a:t>
            </a:r>
            <a:endParaRPr lang="en-US" sz="1800" b="0" strike="noStrike" spc="0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1012876818" name=""/>
          <p:cNvCxnSpPr/>
          <p:nvPr/>
        </p:nvCxnSpPr>
        <p:spPr bwMode="auto">
          <a:xfrm>
            <a:off x="3598560" y="855360"/>
            <a:ext cx="209520" cy="360"/>
          </a:xfrm>
          <a:prstGeom prst="straightConnector1">
            <a:avLst/>
          </a:prstGeom>
          <a:ln>
            <a:solidFill>
              <a:srgbClr val="43729D"/>
            </a:solidFill>
            <a:tailEnd type="arrow" w="med" len="med"/>
          </a:ln>
        </p:spPr>
      </p:cxnSp>
      <p:sp>
        <p:nvSpPr>
          <p:cNvPr id="25643412" name=""/>
          <p:cNvSpPr/>
          <p:nvPr/>
        </p:nvSpPr>
        <p:spPr bwMode="auto">
          <a:xfrm>
            <a:off x="3795479" y="550979"/>
            <a:ext cx="1484640" cy="607320"/>
          </a:xfrm>
          <a:prstGeom prst="rect">
            <a:avLst/>
          </a:prstGeom>
          <a:solidFill>
            <a:schemeClr val="accent2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r>
              <a:rPr lang="en-US" sz="1800" b="0" strike="noStrike" spc="0">
                <a:solidFill>
                  <a:schemeClr val="lt1"/>
                </a:solidFill>
                <a:latin typeface="Arial"/>
                <a:ea typeface="Arial"/>
              </a:rPr>
              <a:t>1602 LCD</a:t>
            </a:r>
            <a:endParaRPr lang="en-US" sz="1800" b="0" strike="noStrike" spc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45313549" name=""/>
          <p:cNvSpPr/>
          <p:nvPr/>
        </p:nvSpPr>
        <p:spPr bwMode="auto">
          <a:xfrm>
            <a:off x="2101320" y="551520"/>
            <a:ext cx="1484640" cy="607320"/>
          </a:xfrm>
          <a:prstGeom prst="rect">
            <a:avLst/>
          </a:prstGeom>
          <a:solidFill>
            <a:schemeClr val="accent2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r>
              <a:rPr lang="en-US" sz="1800" b="0" strike="noStrike" spc="0">
                <a:solidFill>
                  <a:schemeClr val="lt1"/>
                </a:solidFill>
                <a:latin typeface="Arial"/>
                <a:ea typeface="Arial"/>
              </a:rPr>
              <a:t>esp32 board 1</a:t>
            </a:r>
            <a:r>
              <a:rPr lang="en-US" sz="1800" b="0" strike="noStrike" spc="0">
                <a:solidFill>
                  <a:srgbClr val="FFFFFF"/>
                </a:solidFill>
                <a:latin typeface="Arial"/>
              </a:rPr>
              <a:t>_2</a:t>
            </a:r>
            <a:endParaRPr lang="en-US" sz="1800" b="0" strike="noStrike" spc="0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31750594" name="" descr=""/>
          <p:cNvPicPr/>
          <p:nvPr/>
        </p:nvPicPr>
        <p:blipFill rotWithShape="1">
          <a:blip r:embed="rId3"/>
          <a:stretch/>
        </p:blipFill>
        <p:spPr bwMode="auto">
          <a:xfrm>
            <a:off x="367920" y="1290240"/>
            <a:ext cx="7861680" cy="4424760"/>
          </a:xfrm>
          <a:prstGeom prst="rect">
            <a:avLst/>
          </a:prstGeom>
          <a:ln w="0">
            <a:noFill/>
          </a:ln>
        </p:spPr>
      </p:pic>
      <p:sp>
        <p:nvSpPr>
          <p:cNvPr id="1852246282" name=""/>
          <p:cNvSpPr/>
          <p:nvPr/>
        </p:nvSpPr>
        <p:spPr bwMode="auto">
          <a:xfrm>
            <a:off x="457200" y="685800"/>
            <a:ext cx="10972800" cy="4572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defRPr/>
            </a:pPr>
            <a:r>
              <a:rPr lang="zh-CN" sz="1800" b="0" strike="noStrike" spc="0">
                <a:solidFill>
                  <a:srgbClr val="000000"/>
                </a:solidFill>
                <a:latin typeface="Arial"/>
              </a:rPr>
              <a:t>메뉴영역</a:t>
            </a:r>
            <a:endParaRPr lang="en-US" sz="1800" b="0" strike="noStrike" spc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9676816" name=""/>
          <p:cNvSpPr/>
          <p:nvPr/>
        </p:nvSpPr>
        <p:spPr bwMode="auto">
          <a:xfrm>
            <a:off x="457200" y="685800"/>
            <a:ext cx="10972800" cy="4572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defRPr/>
            </a:pPr>
            <a:r>
              <a:rPr lang="zh-CN" sz="1800" b="0" strike="noStrike" spc="0">
                <a:solidFill>
                  <a:srgbClr val="000000"/>
                </a:solidFill>
                <a:latin typeface="Arial"/>
              </a:rPr>
              <a:t>메뉴영역</a:t>
            </a:r>
            <a:endParaRPr lang="en-US" sz="1800" b="0" strike="noStrike" spc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0509275" name=""/>
          <p:cNvSpPr/>
          <p:nvPr/>
        </p:nvSpPr>
        <p:spPr bwMode="auto">
          <a:xfrm>
            <a:off x="8458200" y="1371600"/>
            <a:ext cx="2971800" cy="27432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defRPr/>
            </a:pPr>
            <a:r>
              <a:rPr lang="zh-CN" sz="1800" b="0" strike="noStrike" spc="0">
                <a:solidFill>
                  <a:srgbClr val="000000"/>
                </a:solidFill>
                <a:latin typeface="Arial"/>
              </a:rPr>
              <a:t>주차현황</a:t>
            </a:r>
            <a:endParaRPr lang="en-US" sz="1800" b="0" strike="noStrike" spc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83570998" name="" descr=""/>
          <p:cNvPicPr/>
          <p:nvPr/>
        </p:nvPicPr>
        <p:blipFill rotWithShape="1">
          <a:blip r:embed="rId4"/>
          <a:stretch/>
        </p:blipFill>
        <p:spPr bwMode="auto">
          <a:xfrm rot="5400000">
            <a:off x="2517120" y="4116960"/>
            <a:ext cx="456840" cy="90936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_rels/theme3.xml.rels><?xml version="1.0" encoding="UTF-8" standalone="yes"?><Relationships xmlns="http://schemas.openxmlformats.org/package/2006/relationships"></Relationships>
</file>

<file path=ppt/theme/_rels/theme4.xml.rels><?xml version="1.0" encoding="UTF-8" standalone="yes"?><Relationships xmlns="http://schemas.openxmlformats.org/package/2006/relationships"></Relationships>
</file>

<file path=ppt/theme/_rels/theme5.xml.rels><?xml version="1.0" encoding="UTF-8" standalone="yes"?><Relationships xmlns="http://schemas.openxmlformats.org/package/2006/relationships"></Relationships>
</file>

<file path=ppt/theme/_rels/theme6.xml.rels><?xml version="1.0" encoding="UTF-8" standalone="yes"?><Relationships xmlns="http://schemas.openxmlformats.org/package/2006/relationships"></Relationships>
</file>

<file path=ppt/theme/_rels/theme7.xml.rels><?xml version="1.0" encoding="UTF-8" standalone="yes"?><Relationships xmlns="http://schemas.openxmlformats.org/package/2006/relationships"></Relationships>
</file>

<file path=ppt/theme/_rels/theme8.xml.rels><?xml version="1.0" encoding="UTF-8" standalone="yes"?><Relationships xmlns="http://schemas.openxmlformats.org/package/2006/relationships"></Relationships>
</file>

<file path=ppt/theme/_rels/theme9.xml.rels><?xml version="1.0" encoding="UTF-8" standalone="yes"?><Relationships xmlns="http://schemas.openxmlformats.org/package/2006/relationships"></Relationships>
</file>

<file path=ppt/theme/_rels/theme10.xml.rels><?xml version="1.0" encoding="UTF-8" standalone="yes"?><Relationships xmlns="http://schemas.openxmlformats.org/package/2006/relationships"></Relationships>
</file>

<file path=ppt/theme/_rels/theme11.xml.rels><?xml version="1.0" encoding="UTF-8" standalone="yes"?><Relationships xmlns="http://schemas.openxmlformats.org/package/2006/relationships"></Relationships>
</file>

<file path=ppt/theme/_rels/theme1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</a:gradFill>
      </a:bgFillStyleLst>
    </a:fmtScheme>
  </a:themeElements>
  <a:objectDefaults/>
</a:theme>
</file>

<file path=ppt/theme/theme3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</a:gradFill>
      </a:bgFillStyleLst>
    </a:fmtScheme>
  </a:themeElements>
  <a:objectDefaults/>
</a:theme>
</file>

<file path=ppt/theme/theme4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</a:gradFill>
      </a:bgFillStyleLst>
    </a:fmtScheme>
  </a:themeElements>
  <a:objectDefaults/>
</a:theme>
</file>

<file path=ppt/theme/theme5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</a:gradFill>
      </a:bgFillStyleLst>
    </a:fmtScheme>
  </a:themeElements>
  <a:objectDefaults/>
</a:theme>
</file>

<file path=ppt/theme/theme6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</a:gradFill>
      </a:bgFillStyleLst>
    </a:fmtScheme>
  </a:themeElements>
  <a:objectDefaults/>
</a:theme>
</file>

<file path=ppt/theme/theme7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</a:gradFill>
      </a:bgFillStyleLst>
    </a:fmtScheme>
  </a:themeElements>
  <a:objectDefaults/>
</a:theme>
</file>

<file path=ppt/theme/theme8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</a:gradFill>
      </a:bgFillStyleLst>
    </a:fmtScheme>
  </a:themeElements>
  <a:objectDefaults/>
</a:theme>
</file>

<file path=ppt/theme/theme9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</a:gradFill>
      </a:bgFillStyleLst>
    </a:fmtScheme>
  </a:themeElements>
  <a:objectDefaults/>
</a:theme>
</file>

<file path=ppt/theme/theme10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</a:gradFill>
      </a:bgFillStyleLst>
    </a:fmtScheme>
  </a:themeElements>
  <a:objectDefaults/>
</a:theme>
</file>

<file path=ppt/theme/theme1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</a:gradFill>
      </a:bgFillStyleLst>
    </a:fmtScheme>
  </a:themeElements>
  <a:objectDefaults/>
</a:theme>
</file>

<file path=ppt/theme/theme1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ONLYOFFICE/9.3.0.140</Application>
  <PresentationFormat>On-screen Show (4:3)</PresentationFormat>
  <Paragraphs>0</Paragraphs>
  <Slides>4</Slides>
  <Notes>4</Notes>
  <HiddenSlides>0</HiddenSlides>
  <MMClips>2</MMClips>
  <ScaleCrop>0</ScaleCrop>
  <HeadingPairs>
    <vt:vector size="4" baseType="variant">
      <vt:variant>
        <vt:lpstr>Theme</vt:lpstr>
      </vt:variant>
      <vt:variant>
        <vt:i4>11</vt:i4>
      </vt:variant>
      <vt:variant>
        <vt:lpstr>Slide Titles</vt:lpstr>
      </vt:variant>
      <vt:variant>
        <vt:i4>4</vt:i4>
      </vt:variant>
    </vt:vector>
  </HeadingPairs>
  <TitlesOfParts>
    <vt:vector size="15" baseType="lpstr">
      <vt:lpstr>Theme 1</vt:lpstr>
      <vt:lpstr>Theme 2</vt:lpstr>
      <vt:lpstr>Theme 3</vt:lpstr>
      <vt:lpstr>Theme 4</vt:lpstr>
      <vt:lpstr>Theme 5</vt:lpstr>
      <vt:lpstr>Theme 6</vt:lpstr>
      <vt:lpstr>Theme 7</vt:lpstr>
      <vt:lpstr>Theme 8</vt:lpstr>
      <vt:lpstr>Theme 9</vt:lpstr>
      <vt:lpstr>Theme 10</vt:lpstr>
      <vt:lpstr>Theme 11</vt:lpstr>
      <vt:lpstr>Slide 1</vt:lpstr>
      <vt:lpstr>Slide 2</vt:lpstr>
      <vt:lpstr>Slide 3</vt:lpstr>
      <vt:lpstr>Slide 4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dc:description/>
  <dc:language>en-US</dc:language>
  <cp:lastModifiedBy/>
  <cp:revision>10</cp:revision>
  <dcterms:created xsi:type="dcterms:W3CDTF">2012-12-03T06:56:55Z</dcterms:created>
  <dcterms:modified xsi:type="dcterms:W3CDTF">2026-03-03T05:21:13Z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MClips">
    <vt:i4>2</vt:i4>
  </property>
  <property fmtid="{D5CDD505-2E9C-101B-9397-08002B2CF9AE}" pid="3" name="Notes">
    <vt:i4>3</vt:i4>
  </property>
  <property fmtid="{D5CDD505-2E9C-101B-9397-08002B2CF9AE}" pid="4" name="PresentationFormat">
    <vt:lpwstr>On-screen Show (4:3)</vt:lpwstr>
  </property>
  <property fmtid="{D5CDD505-2E9C-101B-9397-08002B2CF9AE}" pid="5" name="Slides">
    <vt:i4>3</vt:i4>
  </property>
</Properties>
</file>